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EC"/>
    <a:srgbClr val="E62626"/>
    <a:srgbClr val="D4E52F"/>
    <a:srgbClr val="2AEAAF"/>
    <a:srgbClr val="D57E37"/>
    <a:srgbClr val="FC1818"/>
    <a:srgbClr val="641FD3"/>
    <a:srgbClr val="E8E312"/>
    <a:srgbClr val="302BE9"/>
    <a:srgbClr val="039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2C8600C-E759-413D-CAB5-AD9987762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DB358919-5079-EC91-8870-F0DB1FCEE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3448483-E1B6-395A-2700-652520F1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5246425-9AF3-46C1-09AD-01588BE4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1F9C574-F655-DCC0-AF57-1459BED1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5187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2B72ED1-A1AE-59A3-E561-1EC494A7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D102D34-B66D-7E89-40FF-55A0FED92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7FC8CBB8-6B6D-A766-38FC-663CE2AF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03307B8-FF61-A632-41E8-1A3C39FB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1D3D3779-288E-B6BC-5E86-6D6CDE30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53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1569C11-8CE7-2C78-F5EC-A3330CE1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E8530CEF-BFFF-61A0-28FE-B6361332F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CCBE1A8E-84FD-52FA-318A-2FFC39510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21A1E5A4-61DC-ABEE-20B9-7C8725C8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5AAC5D6-2388-B371-E6A8-E5E569C4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331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BA1AF38-6E28-CBC2-4917-7380CC43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A9EE674C-5348-96DC-A50F-D462F0409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AE2D902C-D97B-1312-FF4F-4EA6D21DB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4D99B22F-B9A5-218D-8DD6-9677BF49F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8B017FDC-191F-8D22-2290-DEFEC8A7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94D06957-AEF4-1D9C-D140-442960AD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485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508CA6C-2B53-1022-8F36-D64AD932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F8485849-4DAC-5758-3AAE-2AF3778A3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81DDCB1C-8AC9-2427-CD6E-A9C005155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2279B760-2B18-EE35-CA98-03F3149F9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83D43798-BFBE-AFFD-7289-F6C7553F4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C50C9ABE-0796-869E-8C14-2046E150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F608FE24-6F2A-0379-8FEB-9BCE5784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4B9B21E9-484A-B7B3-9749-81E13F33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95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471AE30-7B53-94B3-3BC0-C85DE656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D7E30FFA-1E91-3121-666F-42DD0E44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C02BDE9A-E1DE-CE54-60FB-BA449BF2C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454FED2C-E7F5-2DCF-2C35-BFAE35FE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563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F170D130-47A8-57D0-1988-96495E89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2C7CF228-7784-70B4-C36B-5161682D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653B7E8C-DC59-741B-C3BA-93969AB6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59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160D5F1-3959-30DD-9772-63D0F820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219B6A19-BFE2-9004-341B-23F6A3259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E0CA7A3D-8BFD-92B0-F66D-0FC41F67A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74710892-29C6-B42F-3CBB-A57BC5CC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2C077B92-5C76-D56C-E69D-49163CA0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4D2080CE-9811-A182-F070-AEA12FAB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855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C3BF54E-D26E-1DB9-E71D-0F6C99F6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A56EADB3-34FA-C7EC-B774-383071C487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E00D5379-8F83-7E08-318F-53566D5F0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8AF06F7-DA70-CDC0-EF83-5122A022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5A45CA76-3771-A9FF-9ADE-C80A07FF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215C60CA-820C-063A-2711-2E140557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22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4E0BC45-169E-067B-C060-0D31BB0A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F36A5149-6F98-FB0B-30B7-9825DA224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19716A1-31CE-ADD8-43E1-25611C834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3BF7D0C-ED51-B791-7217-7BC6D01A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D7DDA873-C501-3A1B-925E-757D028C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945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4E61BDA6-1F50-6649-D0F7-EA1EFD301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594CDA8A-5257-1F88-1F72-194DED964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CBCB2A2-2869-4E97-7AF2-219A6983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4868FBD1-CBE6-7EB1-83D3-3297FF6F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5E83BB64-B343-DD1B-AAB1-EC56ABEB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00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13BF234E-D2AA-354C-23E4-7406F4E1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E23875C-1E53-77CA-70D9-F67C35827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EEDD7D7-7696-72C1-1999-2AA587AD0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66F3C-C4E3-4D89-8082-A6E2DD4B4902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D49259E7-EA13-F3A4-A6A0-E37C3D1D5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F0560D0B-9611-C36C-8568-1E23B3066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49E25-218A-44C3-A718-38B8684B07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9356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egi Panjang 3">
            <a:extLst>
              <a:ext uri="{FF2B5EF4-FFF2-40B4-BE49-F238E27FC236}">
                <a16:creationId xmlns:a16="http://schemas.microsoft.com/office/drawing/2014/main" id="{F9E96790-F23F-3CAE-A53E-52E303790BC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Grafik 5" descr="Tambahkan dengan isian solid">
            <a:extLst>
              <a:ext uri="{FF2B5EF4-FFF2-40B4-BE49-F238E27FC236}">
                <a16:creationId xmlns:a16="http://schemas.microsoft.com/office/drawing/2014/main" id="{1569C2E4-DCD8-E036-AE18-112C8A73CAC6}"/>
              </a:ext>
            </a:extLst>
          </p:cNvPr>
          <p:cNvSpPr/>
          <p:nvPr/>
        </p:nvSpPr>
        <p:spPr>
          <a:xfrm flipV="1">
            <a:off x="577176" y="371274"/>
            <a:ext cx="1212714" cy="1212714"/>
          </a:xfrm>
          <a:custGeom>
            <a:avLst/>
            <a:gdLst>
              <a:gd name="csX0" fmla="*/ 762000 w 762000"/>
              <a:gd name="csY0" fmla="*/ 323850 h 762000"/>
              <a:gd name="csX1" fmla="*/ 438150 w 762000"/>
              <a:gd name="csY1" fmla="*/ 323850 h 762000"/>
              <a:gd name="csX2" fmla="*/ 438150 w 762000"/>
              <a:gd name="csY2" fmla="*/ 0 h 762000"/>
              <a:gd name="csX3" fmla="*/ 323850 w 762000"/>
              <a:gd name="csY3" fmla="*/ 0 h 762000"/>
              <a:gd name="csX4" fmla="*/ 323850 w 762000"/>
              <a:gd name="csY4" fmla="*/ 323850 h 762000"/>
              <a:gd name="csX5" fmla="*/ 0 w 762000"/>
              <a:gd name="csY5" fmla="*/ 323850 h 762000"/>
              <a:gd name="csX6" fmla="*/ 0 w 762000"/>
              <a:gd name="csY6" fmla="*/ 438150 h 762000"/>
              <a:gd name="csX7" fmla="*/ 323850 w 762000"/>
              <a:gd name="csY7" fmla="*/ 438150 h 762000"/>
              <a:gd name="csX8" fmla="*/ 323850 w 762000"/>
              <a:gd name="csY8" fmla="*/ 762000 h 762000"/>
              <a:gd name="csX9" fmla="*/ 438150 w 762000"/>
              <a:gd name="csY9" fmla="*/ 762000 h 762000"/>
              <a:gd name="csX10" fmla="*/ 438150 w 762000"/>
              <a:gd name="csY10" fmla="*/ 438150 h 762000"/>
              <a:gd name="csX11" fmla="*/ 762000 w 762000"/>
              <a:gd name="csY11" fmla="*/ 438150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62000" h="762000">
                <a:moveTo>
                  <a:pt x="762000" y="323850"/>
                </a:moveTo>
                <a:lnTo>
                  <a:pt x="438150" y="323850"/>
                </a:lnTo>
                <a:lnTo>
                  <a:pt x="438150" y="0"/>
                </a:lnTo>
                <a:lnTo>
                  <a:pt x="323850" y="0"/>
                </a:lnTo>
                <a:lnTo>
                  <a:pt x="323850" y="323850"/>
                </a:lnTo>
                <a:lnTo>
                  <a:pt x="0" y="323850"/>
                </a:lnTo>
                <a:lnTo>
                  <a:pt x="0" y="438150"/>
                </a:lnTo>
                <a:lnTo>
                  <a:pt x="323850" y="438150"/>
                </a:lnTo>
                <a:lnTo>
                  <a:pt x="323850" y="762000"/>
                </a:lnTo>
                <a:lnTo>
                  <a:pt x="438150" y="762000"/>
                </a:lnTo>
                <a:lnTo>
                  <a:pt x="438150" y="438150"/>
                </a:lnTo>
                <a:lnTo>
                  <a:pt x="762000" y="438150"/>
                </a:lnTo>
                <a:close/>
              </a:path>
            </a:pathLst>
          </a:custGeom>
          <a:noFill/>
          <a:ln w="44450" cap="flat">
            <a:gradFill flip="none" rotWithShape="1">
              <a:gsLst>
                <a:gs pos="100000">
                  <a:srgbClr val="12AA48"/>
                </a:gs>
                <a:gs pos="0">
                  <a:srgbClr val="47D5A6">
                    <a:lumMod val="94000"/>
                  </a:srgbClr>
                </a:gs>
              </a:gsLst>
              <a:lin ang="2700000" scaled="0"/>
              <a:tileRect/>
            </a:gradFill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32FD203F-FAE5-5ED4-BC8F-70B92FAE5187}"/>
              </a:ext>
            </a:extLst>
          </p:cNvPr>
          <p:cNvGrpSpPr/>
          <p:nvPr/>
        </p:nvGrpSpPr>
        <p:grpSpPr>
          <a:xfrm>
            <a:off x="453094" y="1781440"/>
            <a:ext cx="1460878" cy="1718680"/>
            <a:chOff x="4147631" y="3291191"/>
            <a:chExt cx="647700" cy="762000"/>
          </a:xfrm>
          <a:noFill/>
        </p:grpSpPr>
        <p:sp>
          <p:nvSpPr>
            <p:cNvPr id="11" name="Bentuk Bebas: Bentuk 10">
              <a:extLst>
                <a:ext uri="{FF2B5EF4-FFF2-40B4-BE49-F238E27FC236}">
                  <a16:creationId xmlns:a16="http://schemas.microsoft.com/office/drawing/2014/main" id="{B1D3D530-E6BD-03DC-9412-A9963C73CE1A}"/>
                </a:ext>
              </a:extLst>
            </p:cNvPr>
            <p:cNvSpPr/>
            <p:nvPr/>
          </p:nvSpPr>
          <p:spPr>
            <a:xfrm>
              <a:off x="4147631" y="3291191"/>
              <a:ext cx="647700" cy="190500"/>
            </a:xfrm>
            <a:custGeom>
              <a:avLst/>
              <a:gdLst>
                <a:gd name="csX0" fmla="*/ 609600 w 647700"/>
                <a:gd name="csY0" fmla="*/ 114300 h 190500"/>
                <a:gd name="csX1" fmla="*/ 447675 w 647700"/>
                <a:gd name="csY1" fmla="*/ 114300 h 190500"/>
                <a:gd name="csX2" fmla="*/ 447675 w 647700"/>
                <a:gd name="csY2" fmla="*/ 66675 h 190500"/>
                <a:gd name="csX3" fmla="*/ 381000 w 647700"/>
                <a:gd name="csY3" fmla="*/ 0 h 190500"/>
                <a:gd name="csX4" fmla="*/ 266700 w 647700"/>
                <a:gd name="csY4" fmla="*/ 0 h 190500"/>
                <a:gd name="csX5" fmla="*/ 200025 w 647700"/>
                <a:gd name="csY5" fmla="*/ 66675 h 190500"/>
                <a:gd name="csX6" fmla="*/ 200025 w 647700"/>
                <a:gd name="csY6" fmla="*/ 114300 h 190500"/>
                <a:gd name="csX7" fmla="*/ 38100 w 647700"/>
                <a:gd name="csY7" fmla="*/ 114300 h 190500"/>
                <a:gd name="csX8" fmla="*/ 0 w 647700"/>
                <a:gd name="csY8" fmla="*/ 152400 h 190500"/>
                <a:gd name="csX9" fmla="*/ 0 w 647700"/>
                <a:gd name="csY9" fmla="*/ 190500 h 190500"/>
                <a:gd name="csX10" fmla="*/ 647700 w 647700"/>
                <a:gd name="csY10" fmla="*/ 190500 h 190500"/>
                <a:gd name="csX11" fmla="*/ 647700 w 647700"/>
                <a:gd name="csY11" fmla="*/ 152400 h 190500"/>
                <a:gd name="csX12" fmla="*/ 609600 w 647700"/>
                <a:gd name="csY12" fmla="*/ 114300 h 190500"/>
                <a:gd name="csX13" fmla="*/ 257175 w 647700"/>
                <a:gd name="csY13" fmla="*/ 66675 h 190500"/>
                <a:gd name="csX14" fmla="*/ 266700 w 647700"/>
                <a:gd name="csY14" fmla="*/ 57150 h 190500"/>
                <a:gd name="csX15" fmla="*/ 381000 w 647700"/>
                <a:gd name="csY15" fmla="*/ 57150 h 190500"/>
                <a:gd name="csX16" fmla="*/ 390525 w 647700"/>
                <a:gd name="csY16" fmla="*/ 66675 h 190500"/>
                <a:gd name="csX17" fmla="*/ 390525 w 647700"/>
                <a:gd name="csY17" fmla="*/ 114300 h 190500"/>
                <a:gd name="csX18" fmla="*/ 257175 w 647700"/>
                <a:gd name="csY18" fmla="*/ 114300 h 190500"/>
                <a:gd name="csX19" fmla="*/ 257175 w 647700"/>
                <a:gd name="csY19" fmla="*/ 66675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647700" h="190500">
                  <a:moveTo>
                    <a:pt x="609600" y="114300"/>
                  </a:moveTo>
                  <a:lnTo>
                    <a:pt x="447675" y="114300"/>
                  </a:lnTo>
                  <a:lnTo>
                    <a:pt x="447675" y="66675"/>
                  </a:lnTo>
                  <a:cubicBezTo>
                    <a:pt x="447675" y="29528"/>
                    <a:pt x="418148" y="0"/>
                    <a:pt x="381000" y="0"/>
                  </a:cubicBezTo>
                  <a:lnTo>
                    <a:pt x="266700" y="0"/>
                  </a:lnTo>
                  <a:cubicBezTo>
                    <a:pt x="229552" y="0"/>
                    <a:pt x="200025" y="29528"/>
                    <a:pt x="200025" y="66675"/>
                  </a:cubicBezTo>
                  <a:lnTo>
                    <a:pt x="200025" y="114300"/>
                  </a:lnTo>
                  <a:lnTo>
                    <a:pt x="38100" y="114300"/>
                  </a:lnTo>
                  <a:cubicBezTo>
                    <a:pt x="17145" y="114300"/>
                    <a:pt x="0" y="131445"/>
                    <a:pt x="0" y="152400"/>
                  </a:cubicBezTo>
                  <a:lnTo>
                    <a:pt x="0" y="190500"/>
                  </a:lnTo>
                  <a:lnTo>
                    <a:pt x="647700" y="190500"/>
                  </a:lnTo>
                  <a:lnTo>
                    <a:pt x="647700" y="152400"/>
                  </a:lnTo>
                  <a:cubicBezTo>
                    <a:pt x="647700" y="131445"/>
                    <a:pt x="630555" y="114300"/>
                    <a:pt x="609600" y="114300"/>
                  </a:cubicBezTo>
                  <a:close/>
                  <a:moveTo>
                    <a:pt x="257175" y="66675"/>
                  </a:moveTo>
                  <a:cubicBezTo>
                    <a:pt x="257175" y="60960"/>
                    <a:pt x="260985" y="57150"/>
                    <a:pt x="266700" y="57150"/>
                  </a:cubicBezTo>
                  <a:lnTo>
                    <a:pt x="381000" y="57150"/>
                  </a:lnTo>
                  <a:cubicBezTo>
                    <a:pt x="386715" y="57150"/>
                    <a:pt x="390525" y="60960"/>
                    <a:pt x="390525" y="66675"/>
                  </a:cubicBezTo>
                  <a:lnTo>
                    <a:pt x="390525" y="114300"/>
                  </a:lnTo>
                  <a:lnTo>
                    <a:pt x="257175" y="114300"/>
                  </a:lnTo>
                  <a:lnTo>
                    <a:pt x="257175" y="66675"/>
                  </a:lnTo>
                  <a:close/>
                </a:path>
              </a:pathLst>
            </a:custGeom>
            <a:grpFill/>
            <a:ln w="44450" cap="flat">
              <a:gradFill>
                <a:gsLst>
                  <a:gs pos="0">
                    <a:srgbClr val="E88040"/>
                  </a:gs>
                  <a:gs pos="100000">
                    <a:srgbClr val="BC0000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Bentuk Bebas: Bentuk 11">
              <a:extLst>
                <a:ext uri="{FF2B5EF4-FFF2-40B4-BE49-F238E27FC236}">
                  <a16:creationId xmlns:a16="http://schemas.microsoft.com/office/drawing/2014/main" id="{55FA9EC6-54BE-956A-F2B0-D24822785B88}"/>
                </a:ext>
              </a:extLst>
            </p:cNvPr>
            <p:cNvSpPr/>
            <p:nvPr/>
          </p:nvSpPr>
          <p:spPr>
            <a:xfrm>
              <a:off x="4204781" y="3519791"/>
              <a:ext cx="533400" cy="533400"/>
            </a:xfrm>
            <a:custGeom>
              <a:avLst/>
              <a:gdLst>
                <a:gd name="csX0" fmla="*/ 0 w 533400"/>
                <a:gd name="csY0" fmla="*/ 495300 h 533400"/>
                <a:gd name="csX1" fmla="*/ 38100 w 533400"/>
                <a:gd name="csY1" fmla="*/ 533400 h 533400"/>
                <a:gd name="csX2" fmla="*/ 495300 w 533400"/>
                <a:gd name="csY2" fmla="*/ 533400 h 533400"/>
                <a:gd name="csX3" fmla="*/ 533400 w 533400"/>
                <a:gd name="csY3" fmla="*/ 495300 h 533400"/>
                <a:gd name="csX4" fmla="*/ 533400 w 533400"/>
                <a:gd name="csY4" fmla="*/ 0 h 533400"/>
                <a:gd name="csX5" fmla="*/ 0 w 533400"/>
                <a:gd name="csY5" fmla="*/ 0 h 533400"/>
                <a:gd name="csX6" fmla="*/ 0 w 533400"/>
                <a:gd name="csY6" fmla="*/ 495300 h 533400"/>
                <a:gd name="csX7" fmla="*/ 390525 w 533400"/>
                <a:gd name="csY7" fmla="*/ 57150 h 533400"/>
                <a:gd name="csX8" fmla="*/ 447675 w 533400"/>
                <a:gd name="csY8" fmla="*/ 57150 h 533400"/>
                <a:gd name="csX9" fmla="*/ 447675 w 533400"/>
                <a:gd name="csY9" fmla="*/ 476250 h 533400"/>
                <a:gd name="csX10" fmla="*/ 390525 w 533400"/>
                <a:gd name="csY10" fmla="*/ 476250 h 533400"/>
                <a:gd name="csX11" fmla="*/ 390525 w 533400"/>
                <a:gd name="csY11" fmla="*/ 57150 h 533400"/>
                <a:gd name="csX12" fmla="*/ 238125 w 533400"/>
                <a:gd name="csY12" fmla="*/ 57150 h 533400"/>
                <a:gd name="csX13" fmla="*/ 295275 w 533400"/>
                <a:gd name="csY13" fmla="*/ 57150 h 533400"/>
                <a:gd name="csX14" fmla="*/ 295275 w 533400"/>
                <a:gd name="csY14" fmla="*/ 476250 h 533400"/>
                <a:gd name="csX15" fmla="*/ 238125 w 533400"/>
                <a:gd name="csY15" fmla="*/ 476250 h 533400"/>
                <a:gd name="csX16" fmla="*/ 238125 w 533400"/>
                <a:gd name="csY16" fmla="*/ 57150 h 533400"/>
                <a:gd name="csX17" fmla="*/ 85725 w 533400"/>
                <a:gd name="csY17" fmla="*/ 57150 h 533400"/>
                <a:gd name="csX18" fmla="*/ 142875 w 533400"/>
                <a:gd name="csY18" fmla="*/ 57150 h 533400"/>
                <a:gd name="csX19" fmla="*/ 142875 w 533400"/>
                <a:gd name="csY19" fmla="*/ 476250 h 533400"/>
                <a:gd name="csX20" fmla="*/ 85725 w 533400"/>
                <a:gd name="csY20" fmla="*/ 476250 h 533400"/>
                <a:gd name="csX21" fmla="*/ 85725 w 533400"/>
                <a:gd name="csY21" fmla="*/ 57150 h 53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33400" h="533400">
                  <a:moveTo>
                    <a:pt x="0" y="495300"/>
                  </a:moveTo>
                  <a:cubicBezTo>
                    <a:pt x="0" y="516255"/>
                    <a:pt x="17145" y="533400"/>
                    <a:pt x="38100" y="533400"/>
                  </a:cubicBezTo>
                  <a:lnTo>
                    <a:pt x="495300" y="533400"/>
                  </a:lnTo>
                  <a:cubicBezTo>
                    <a:pt x="516255" y="533400"/>
                    <a:pt x="533400" y="516255"/>
                    <a:pt x="533400" y="495300"/>
                  </a:cubicBezTo>
                  <a:lnTo>
                    <a:pt x="533400" y="0"/>
                  </a:lnTo>
                  <a:lnTo>
                    <a:pt x="0" y="0"/>
                  </a:lnTo>
                  <a:lnTo>
                    <a:pt x="0" y="495300"/>
                  </a:lnTo>
                  <a:close/>
                  <a:moveTo>
                    <a:pt x="390525" y="57150"/>
                  </a:moveTo>
                  <a:lnTo>
                    <a:pt x="447675" y="57150"/>
                  </a:lnTo>
                  <a:lnTo>
                    <a:pt x="447675" y="476250"/>
                  </a:lnTo>
                  <a:lnTo>
                    <a:pt x="390525" y="476250"/>
                  </a:lnTo>
                  <a:lnTo>
                    <a:pt x="390525" y="57150"/>
                  </a:lnTo>
                  <a:close/>
                  <a:moveTo>
                    <a:pt x="238125" y="57150"/>
                  </a:moveTo>
                  <a:lnTo>
                    <a:pt x="295275" y="57150"/>
                  </a:lnTo>
                  <a:lnTo>
                    <a:pt x="295275" y="476250"/>
                  </a:lnTo>
                  <a:lnTo>
                    <a:pt x="238125" y="476250"/>
                  </a:lnTo>
                  <a:lnTo>
                    <a:pt x="238125" y="57150"/>
                  </a:lnTo>
                  <a:close/>
                  <a:moveTo>
                    <a:pt x="85725" y="57150"/>
                  </a:moveTo>
                  <a:lnTo>
                    <a:pt x="142875" y="57150"/>
                  </a:lnTo>
                  <a:lnTo>
                    <a:pt x="142875" y="476250"/>
                  </a:lnTo>
                  <a:lnTo>
                    <a:pt x="85725" y="476250"/>
                  </a:lnTo>
                  <a:lnTo>
                    <a:pt x="85725" y="57150"/>
                  </a:lnTo>
                  <a:close/>
                </a:path>
              </a:pathLst>
            </a:custGeom>
            <a:grpFill/>
            <a:ln w="44450" cap="flat">
              <a:gradFill>
                <a:gsLst>
                  <a:gs pos="0">
                    <a:srgbClr val="E88040"/>
                  </a:gs>
                  <a:gs pos="100000">
                    <a:srgbClr val="BC0000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34" name="Grup 33">
            <a:extLst>
              <a:ext uri="{FF2B5EF4-FFF2-40B4-BE49-F238E27FC236}">
                <a16:creationId xmlns:a16="http://schemas.microsoft.com/office/drawing/2014/main" id="{64803FC1-6325-93CE-55E2-71A600F49197}"/>
              </a:ext>
            </a:extLst>
          </p:cNvPr>
          <p:cNvGrpSpPr/>
          <p:nvPr/>
        </p:nvGrpSpPr>
        <p:grpSpPr>
          <a:xfrm>
            <a:off x="2462144" y="2297044"/>
            <a:ext cx="1252588" cy="1271654"/>
            <a:chOff x="2939881" y="3069765"/>
            <a:chExt cx="647634" cy="657492"/>
          </a:xfrm>
          <a:noFill/>
        </p:grpSpPr>
        <p:sp>
          <p:nvSpPr>
            <p:cNvPr id="30" name="Bentuk Bebas: Bentuk 29">
              <a:extLst>
                <a:ext uri="{FF2B5EF4-FFF2-40B4-BE49-F238E27FC236}">
                  <a16:creationId xmlns:a16="http://schemas.microsoft.com/office/drawing/2014/main" id="{E329D1F6-FB77-4618-F090-90F8BD148B9A}"/>
                </a:ext>
              </a:extLst>
            </p:cNvPr>
            <p:cNvSpPr/>
            <p:nvPr/>
          </p:nvSpPr>
          <p:spPr>
            <a:xfrm>
              <a:off x="2939881" y="3069765"/>
              <a:ext cx="566308" cy="436187"/>
            </a:xfrm>
            <a:custGeom>
              <a:avLst/>
              <a:gdLst>
                <a:gd name="csX0" fmla="*/ 160830 w 566308"/>
                <a:gd name="csY0" fmla="*/ 141341 h 436187"/>
                <a:gd name="csX1" fmla="*/ 566309 w 566308"/>
                <a:gd name="csY1" fmla="*/ 141341 h 436187"/>
                <a:gd name="csX2" fmla="*/ 566309 w 566308"/>
                <a:gd name="csY2" fmla="*/ 97107 h 436187"/>
                <a:gd name="csX3" fmla="*/ 533924 w 566308"/>
                <a:gd name="csY3" fmla="*/ 64722 h 436187"/>
                <a:gd name="csX4" fmla="*/ 291246 w 566308"/>
                <a:gd name="csY4" fmla="*/ 64722 h 436187"/>
                <a:gd name="csX5" fmla="*/ 202254 w 566308"/>
                <a:gd name="csY5" fmla="*/ 5667 h 436187"/>
                <a:gd name="csX6" fmla="*/ 184452 w 566308"/>
                <a:gd name="csY6" fmla="*/ 0 h 436187"/>
                <a:gd name="csX7" fmla="*/ 32385 w 566308"/>
                <a:gd name="csY7" fmla="*/ 0 h 436187"/>
                <a:gd name="csX8" fmla="*/ 0 w 566308"/>
                <a:gd name="csY8" fmla="*/ 32385 h 436187"/>
                <a:gd name="csX9" fmla="*/ 0 w 566308"/>
                <a:gd name="csY9" fmla="*/ 436188 h 436187"/>
                <a:gd name="csX10" fmla="*/ 324 w 566308"/>
                <a:gd name="csY10" fmla="*/ 436188 h 436187"/>
                <a:gd name="csX11" fmla="*/ 107480 w 566308"/>
                <a:gd name="csY11" fmla="*/ 175860 h 436187"/>
                <a:gd name="csX12" fmla="*/ 160830 w 566308"/>
                <a:gd name="csY12" fmla="*/ 141341 h 436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66308" h="436187">
                  <a:moveTo>
                    <a:pt x="160830" y="141341"/>
                  </a:moveTo>
                  <a:lnTo>
                    <a:pt x="566309" y="141341"/>
                  </a:lnTo>
                  <a:lnTo>
                    <a:pt x="566309" y="97107"/>
                  </a:lnTo>
                  <a:cubicBezTo>
                    <a:pt x="566309" y="79221"/>
                    <a:pt x="551810" y="64722"/>
                    <a:pt x="533924" y="64722"/>
                  </a:cubicBezTo>
                  <a:lnTo>
                    <a:pt x="291246" y="64722"/>
                  </a:lnTo>
                  <a:lnTo>
                    <a:pt x="202254" y="5667"/>
                  </a:lnTo>
                  <a:cubicBezTo>
                    <a:pt x="196932" y="2222"/>
                    <a:pt x="190786" y="265"/>
                    <a:pt x="184452" y="0"/>
                  </a:cubicBezTo>
                  <a:lnTo>
                    <a:pt x="32385" y="0"/>
                  </a:lnTo>
                  <a:cubicBezTo>
                    <a:pt x="14499" y="0"/>
                    <a:pt x="0" y="14499"/>
                    <a:pt x="0" y="32385"/>
                  </a:cubicBezTo>
                  <a:lnTo>
                    <a:pt x="0" y="436188"/>
                  </a:lnTo>
                  <a:lnTo>
                    <a:pt x="324" y="436188"/>
                  </a:lnTo>
                  <a:lnTo>
                    <a:pt x="107480" y="175860"/>
                  </a:lnTo>
                  <a:cubicBezTo>
                    <a:pt x="117054" y="154973"/>
                    <a:pt x="137853" y="141515"/>
                    <a:pt x="160830" y="141341"/>
                  </a:cubicBezTo>
                  <a:close/>
                </a:path>
              </a:pathLst>
            </a:custGeom>
            <a:grpFill/>
            <a:ln w="44450" cap="flat">
              <a:gradFill>
                <a:gsLst>
                  <a:gs pos="0">
                    <a:srgbClr val="CC7000"/>
                  </a:gs>
                  <a:gs pos="100000">
                    <a:srgbClr val="C92596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Bentuk Bebas: Bentuk 30">
              <a:extLst>
                <a:ext uri="{FF2B5EF4-FFF2-40B4-BE49-F238E27FC236}">
                  <a16:creationId xmlns:a16="http://schemas.microsoft.com/office/drawing/2014/main" id="{2049000B-90E5-CF50-02A1-2A75153D6D9C}"/>
                </a:ext>
              </a:extLst>
            </p:cNvPr>
            <p:cNvSpPr/>
            <p:nvPr/>
          </p:nvSpPr>
          <p:spPr>
            <a:xfrm>
              <a:off x="2964150" y="3239615"/>
              <a:ext cx="606762" cy="283216"/>
            </a:xfrm>
            <a:custGeom>
              <a:avLst/>
              <a:gdLst>
                <a:gd name="csX0" fmla="*/ 375390 w 606762"/>
                <a:gd name="csY0" fmla="*/ 144237 h 283216"/>
                <a:gd name="csX1" fmla="*/ 570281 w 606762"/>
                <a:gd name="csY1" fmla="*/ 118310 h 283216"/>
                <a:gd name="csX2" fmla="*/ 603523 w 606762"/>
                <a:gd name="csY2" fmla="*/ 46873 h 283216"/>
                <a:gd name="csX3" fmla="*/ 606762 w 606762"/>
                <a:gd name="csY3" fmla="*/ 32385 h 283216"/>
                <a:gd name="csX4" fmla="*/ 577796 w 606762"/>
                <a:gd name="csY4" fmla="*/ 0 h 283216"/>
                <a:gd name="csX5" fmla="*/ 136703 w 606762"/>
                <a:gd name="csY5" fmla="*/ 0 h 283216"/>
                <a:gd name="csX6" fmla="*/ 109195 w 606762"/>
                <a:gd name="csY6" fmla="*/ 17793 h 283216"/>
                <a:gd name="csX7" fmla="*/ 0 w 606762"/>
                <a:gd name="csY7" fmla="*/ 283216 h 283216"/>
                <a:gd name="csX8" fmla="*/ 329965 w 606762"/>
                <a:gd name="csY8" fmla="*/ 283216 h 283216"/>
                <a:gd name="csX9" fmla="*/ 375390 w 606762"/>
                <a:gd name="csY9" fmla="*/ 144237 h 283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06762" h="283216">
                  <a:moveTo>
                    <a:pt x="375390" y="144237"/>
                  </a:moveTo>
                  <a:cubicBezTo>
                    <a:pt x="427055" y="92597"/>
                    <a:pt x="506912" y="81973"/>
                    <a:pt x="570281" y="118310"/>
                  </a:cubicBezTo>
                  <a:lnTo>
                    <a:pt x="603523" y="46873"/>
                  </a:lnTo>
                  <a:cubicBezTo>
                    <a:pt x="605697" y="42355"/>
                    <a:pt x="606805" y="37398"/>
                    <a:pt x="606762" y="32385"/>
                  </a:cubicBezTo>
                  <a:cubicBezTo>
                    <a:pt x="606855" y="15753"/>
                    <a:pt x="594334" y="1755"/>
                    <a:pt x="577796" y="0"/>
                  </a:cubicBezTo>
                  <a:lnTo>
                    <a:pt x="136703" y="0"/>
                  </a:lnTo>
                  <a:cubicBezTo>
                    <a:pt x="124855" y="80"/>
                    <a:pt x="114127" y="7019"/>
                    <a:pt x="109195" y="17793"/>
                  </a:cubicBezTo>
                  <a:lnTo>
                    <a:pt x="0" y="283216"/>
                  </a:lnTo>
                  <a:lnTo>
                    <a:pt x="329965" y="283216"/>
                  </a:lnTo>
                  <a:cubicBezTo>
                    <a:pt x="322126" y="232300"/>
                    <a:pt x="338993" y="180694"/>
                    <a:pt x="375390" y="144237"/>
                  </a:cubicBezTo>
                  <a:close/>
                </a:path>
              </a:pathLst>
            </a:custGeom>
            <a:grpFill/>
            <a:ln w="44450" cap="flat">
              <a:gradFill>
                <a:gsLst>
                  <a:gs pos="0">
                    <a:srgbClr val="CC7000"/>
                  </a:gs>
                  <a:gs pos="100000">
                    <a:srgbClr val="C92596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Bentuk Bebas: Bentuk 31">
              <a:extLst>
                <a:ext uri="{FF2B5EF4-FFF2-40B4-BE49-F238E27FC236}">
                  <a16:creationId xmlns:a16="http://schemas.microsoft.com/office/drawing/2014/main" id="{8D264223-558F-67AA-3EE0-7F25E6AB5646}"/>
                </a:ext>
              </a:extLst>
            </p:cNvPr>
            <p:cNvSpPr/>
            <p:nvPr/>
          </p:nvSpPr>
          <p:spPr>
            <a:xfrm>
              <a:off x="3377885" y="3422164"/>
              <a:ext cx="120112" cy="100667"/>
            </a:xfrm>
            <a:custGeom>
              <a:avLst/>
              <a:gdLst>
                <a:gd name="csX0" fmla="*/ 22272 w 120112"/>
                <a:gd name="csY0" fmla="*/ 22305 h 100667"/>
                <a:gd name="csX1" fmla="*/ 4069 w 120112"/>
                <a:gd name="csY1" fmla="*/ 100667 h 100667"/>
                <a:gd name="csX2" fmla="*/ 79765 w 120112"/>
                <a:gd name="csY2" fmla="*/ 100667 h 100667"/>
                <a:gd name="csX3" fmla="*/ 120112 w 120112"/>
                <a:gd name="csY3" fmla="*/ 13990 h 100667"/>
                <a:gd name="csX4" fmla="*/ 22272 w 120112"/>
                <a:gd name="csY4" fmla="*/ 22277 h 100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0112" h="100667">
                  <a:moveTo>
                    <a:pt x="22272" y="22305"/>
                  </a:moveTo>
                  <a:cubicBezTo>
                    <a:pt x="1774" y="42827"/>
                    <a:pt x="-5283" y="73212"/>
                    <a:pt x="4069" y="100667"/>
                  </a:cubicBezTo>
                  <a:lnTo>
                    <a:pt x="79765" y="100667"/>
                  </a:lnTo>
                  <a:lnTo>
                    <a:pt x="120112" y="13990"/>
                  </a:lnTo>
                  <a:cubicBezTo>
                    <a:pt x="89829" y="-7430"/>
                    <a:pt x="48522" y="-3931"/>
                    <a:pt x="22272" y="22277"/>
                  </a:cubicBezTo>
                  <a:close/>
                </a:path>
              </a:pathLst>
            </a:custGeom>
            <a:grpFill/>
            <a:ln w="44450" cap="flat">
              <a:gradFill>
                <a:gsLst>
                  <a:gs pos="0">
                    <a:srgbClr val="CC7000"/>
                  </a:gs>
                  <a:gs pos="100000">
                    <a:srgbClr val="C92596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Bentuk Bebas: Bentuk 32">
              <a:extLst>
                <a:ext uri="{FF2B5EF4-FFF2-40B4-BE49-F238E27FC236}">
                  <a16:creationId xmlns:a16="http://schemas.microsoft.com/office/drawing/2014/main" id="{C30C83CD-18F7-6953-E4A1-8012E1F8185E}"/>
                </a:ext>
              </a:extLst>
            </p:cNvPr>
            <p:cNvSpPr/>
            <p:nvPr/>
          </p:nvSpPr>
          <p:spPr>
            <a:xfrm>
              <a:off x="3225629" y="3364945"/>
              <a:ext cx="361886" cy="362312"/>
            </a:xfrm>
            <a:custGeom>
              <a:avLst/>
              <a:gdLst>
                <a:gd name="csX0" fmla="*/ 322699 w 361886"/>
                <a:gd name="csY0" fmla="*/ 39109 h 362312"/>
                <a:gd name="csX1" fmla="*/ 134195 w 361886"/>
                <a:gd name="csY1" fmla="*/ 38973 h 362312"/>
                <a:gd name="csX2" fmla="*/ 123360 w 361886"/>
                <a:gd name="csY2" fmla="*/ 215378 h 362312"/>
                <a:gd name="csX3" fmla="*/ 102472 w 361886"/>
                <a:gd name="csY3" fmla="*/ 236267 h 362312"/>
                <a:gd name="csX4" fmla="*/ 70382 w 361886"/>
                <a:gd name="csY4" fmla="*/ 244782 h 362312"/>
                <a:gd name="csX5" fmla="*/ 9765 w 361886"/>
                <a:gd name="csY5" fmla="*/ 305399 h 362312"/>
                <a:gd name="csX6" fmla="*/ 9765 w 361886"/>
                <a:gd name="csY6" fmla="*/ 352548 h 362312"/>
                <a:gd name="csX7" fmla="*/ 56914 w 361886"/>
                <a:gd name="csY7" fmla="*/ 352548 h 362312"/>
                <a:gd name="csX8" fmla="*/ 117531 w 361886"/>
                <a:gd name="csY8" fmla="*/ 291931 h 362312"/>
                <a:gd name="csX9" fmla="*/ 126046 w 361886"/>
                <a:gd name="csY9" fmla="*/ 259841 h 362312"/>
                <a:gd name="csX10" fmla="*/ 147001 w 361886"/>
                <a:gd name="csY10" fmla="*/ 238886 h 362312"/>
                <a:gd name="csX11" fmla="*/ 333985 w 361886"/>
                <a:gd name="csY11" fmla="*/ 215103 h 362312"/>
                <a:gd name="csX12" fmla="*/ 322699 w 361886"/>
                <a:gd name="csY12" fmla="*/ 39109 h 362312"/>
                <a:gd name="csX13" fmla="*/ 302497 w 361886"/>
                <a:gd name="csY13" fmla="*/ 207492 h 362312"/>
                <a:gd name="csX14" fmla="*/ 154323 w 361886"/>
                <a:gd name="csY14" fmla="*/ 207495 h 362312"/>
                <a:gd name="csX15" fmla="*/ 154319 w 361886"/>
                <a:gd name="csY15" fmla="*/ 59321 h 362312"/>
                <a:gd name="csX16" fmla="*/ 302494 w 361886"/>
                <a:gd name="csY16" fmla="*/ 59318 h 362312"/>
                <a:gd name="csX17" fmla="*/ 302497 w 361886"/>
                <a:gd name="csY17" fmla="*/ 59321 h 362312"/>
                <a:gd name="csX18" fmla="*/ 302497 w 361886"/>
                <a:gd name="csY18" fmla="*/ 207492 h 36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61886" h="362312">
                  <a:moveTo>
                    <a:pt x="322699" y="39109"/>
                  </a:moveTo>
                  <a:cubicBezTo>
                    <a:pt x="270683" y="-12983"/>
                    <a:pt x="186286" y="-13044"/>
                    <a:pt x="134195" y="38973"/>
                  </a:cubicBezTo>
                  <a:cubicBezTo>
                    <a:pt x="86514" y="86583"/>
                    <a:pt x="81864" y="162290"/>
                    <a:pt x="123360" y="215378"/>
                  </a:cubicBezTo>
                  <a:lnTo>
                    <a:pt x="102472" y="236267"/>
                  </a:lnTo>
                  <a:cubicBezTo>
                    <a:pt x="91022" y="233165"/>
                    <a:pt x="78788" y="236412"/>
                    <a:pt x="70382" y="244782"/>
                  </a:cubicBezTo>
                  <a:lnTo>
                    <a:pt x="9765" y="305399"/>
                  </a:lnTo>
                  <a:cubicBezTo>
                    <a:pt x="-3255" y="318419"/>
                    <a:pt x="-3255" y="339528"/>
                    <a:pt x="9765" y="352548"/>
                  </a:cubicBezTo>
                  <a:cubicBezTo>
                    <a:pt x="22785" y="365568"/>
                    <a:pt x="43894" y="365568"/>
                    <a:pt x="56914" y="352548"/>
                  </a:cubicBezTo>
                  <a:lnTo>
                    <a:pt x="117531" y="291931"/>
                  </a:lnTo>
                  <a:cubicBezTo>
                    <a:pt x="125900" y="283525"/>
                    <a:pt x="129147" y="271291"/>
                    <a:pt x="126046" y="259841"/>
                  </a:cubicBezTo>
                  <a:lnTo>
                    <a:pt x="147001" y="238886"/>
                  </a:lnTo>
                  <a:cubicBezTo>
                    <a:pt x="205203" y="283953"/>
                    <a:pt x="288919" y="273305"/>
                    <a:pt x="333985" y="215103"/>
                  </a:cubicBezTo>
                  <a:cubicBezTo>
                    <a:pt x="375121" y="161979"/>
                    <a:pt x="370283" y="86543"/>
                    <a:pt x="322699" y="39109"/>
                  </a:cubicBezTo>
                  <a:close/>
                  <a:moveTo>
                    <a:pt x="302497" y="207492"/>
                  </a:moveTo>
                  <a:cubicBezTo>
                    <a:pt x="261580" y="248410"/>
                    <a:pt x="195240" y="248411"/>
                    <a:pt x="154323" y="207495"/>
                  </a:cubicBezTo>
                  <a:cubicBezTo>
                    <a:pt x="113404" y="166579"/>
                    <a:pt x="113403" y="100239"/>
                    <a:pt x="154319" y="59321"/>
                  </a:cubicBezTo>
                  <a:cubicBezTo>
                    <a:pt x="195236" y="18402"/>
                    <a:pt x="261575" y="18401"/>
                    <a:pt x="302494" y="59318"/>
                  </a:cubicBezTo>
                  <a:cubicBezTo>
                    <a:pt x="302495" y="59319"/>
                    <a:pt x="302496" y="59320"/>
                    <a:pt x="302497" y="59321"/>
                  </a:cubicBezTo>
                  <a:cubicBezTo>
                    <a:pt x="343348" y="100264"/>
                    <a:pt x="343348" y="166548"/>
                    <a:pt x="302497" y="207492"/>
                  </a:cubicBezTo>
                  <a:close/>
                </a:path>
              </a:pathLst>
            </a:custGeom>
            <a:grpFill/>
            <a:ln w="44450" cap="flat">
              <a:gradFill>
                <a:gsLst>
                  <a:gs pos="0">
                    <a:srgbClr val="CC7000"/>
                  </a:gs>
                  <a:gs pos="100000">
                    <a:srgbClr val="C92596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27" name="Grafik 16" descr="Putar dengan isian solid">
            <a:extLst>
              <a:ext uri="{FF2B5EF4-FFF2-40B4-BE49-F238E27FC236}">
                <a16:creationId xmlns:a16="http://schemas.microsoft.com/office/drawing/2014/main" id="{E35ED971-EAAD-26E5-F4E9-1FE008C4C611}"/>
              </a:ext>
            </a:extLst>
          </p:cNvPr>
          <p:cNvSpPr/>
          <p:nvPr/>
        </p:nvSpPr>
        <p:spPr>
          <a:xfrm>
            <a:off x="2588926" y="413246"/>
            <a:ext cx="875558" cy="1128770"/>
          </a:xfrm>
          <a:custGeom>
            <a:avLst/>
            <a:gdLst>
              <a:gd name="csX0" fmla="*/ 0 w 546734"/>
              <a:gd name="csY0" fmla="*/ 0 h 704850"/>
              <a:gd name="csX1" fmla="*/ 546735 w 546734"/>
              <a:gd name="csY1" fmla="*/ 352425 h 704850"/>
              <a:gd name="csX2" fmla="*/ 0 w 546734"/>
              <a:gd name="csY2" fmla="*/ 704850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6734" h="704850">
                <a:moveTo>
                  <a:pt x="0" y="0"/>
                </a:moveTo>
                <a:lnTo>
                  <a:pt x="546735" y="352425"/>
                </a:lnTo>
                <a:lnTo>
                  <a:pt x="0" y="704850"/>
                </a:lnTo>
                <a:close/>
              </a:path>
            </a:pathLst>
          </a:custGeom>
          <a:noFill/>
          <a:ln w="44450" cap="flat">
            <a:gradFill>
              <a:gsLst>
                <a:gs pos="0">
                  <a:schemeClr val="accent5"/>
                </a:gs>
                <a:gs pos="100000">
                  <a:srgbClr val="0093EE"/>
                </a:gs>
              </a:gsLst>
              <a:lin ang="2700000" scaled="0"/>
            </a:gra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B056DB1D-8F4E-0AD0-25DB-FAE5E6BBE29A}"/>
              </a:ext>
            </a:extLst>
          </p:cNvPr>
          <p:cNvGrpSpPr/>
          <p:nvPr/>
        </p:nvGrpSpPr>
        <p:grpSpPr>
          <a:xfrm>
            <a:off x="445816" y="5098419"/>
            <a:ext cx="1468156" cy="1169468"/>
            <a:chOff x="2758301" y="3987266"/>
            <a:chExt cx="884872" cy="704849"/>
          </a:xfrm>
          <a:noFill/>
        </p:grpSpPr>
        <p:sp>
          <p:nvSpPr>
            <p:cNvPr id="24" name="Bentuk Bebas: Bentuk 23">
              <a:extLst>
                <a:ext uri="{FF2B5EF4-FFF2-40B4-BE49-F238E27FC236}">
                  <a16:creationId xmlns:a16="http://schemas.microsoft.com/office/drawing/2014/main" id="{2F5AF43C-A112-EB7D-9372-4C6F09E4E4DC}"/>
                </a:ext>
              </a:extLst>
            </p:cNvPr>
            <p:cNvSpPr/>
            <p:nvPr/>
          </p:nvSpPr>
          <p:spPr>
            <a:xfrm>
              <a:off x="2758301" y="3987266"/>
              <a:ext cx="761047" cy="443864"/>
            </a:xfrm>
            <a:custGeom>
              <a:avLst/>
              <a:gdLst>
                <a:gd name="csX0" fmla="*/ 182880 w 761047"/>
                <a:gd name="csY0" fmla="*/ 443865 h 443864"/>
                <a:gd name="csX1" fmla="*/ 365760 w 761047"/>
                <a:gd name="csY1" fmla="*/ 260985 h 443864"/>
                <a:gd name="csX2" fmla="*/ 263843 w 761047"/>
                <a:gd name="csY2" fmla="*/ 260985 h 443864"/>
                <a:gd name="csX3" fmla="*/ 442913 w 761047"/>
                <a:gd name="csY3" fmla="*/ 151448 h 443864"/>
                <a:gd name="csX4" fmla="*/ 575310 w 761047"/>
                <a:gd name="csY4" fmla="*/ 201930 h 443864"/>
                <a:gd name="csX5" fmla="*/ 761048 w 761047"/>
                <a:gd name="csY5" fmla="*/ 201930 h 443864"/>
                <a:gd name="csX6" fmla="*/ 442913 w 761047"/>
                <a:gd name="csY6" fmla="*/ 0 h 443864"/>
                <a:gd name="csX7" fmla="*/ 102870 w 761047"/>
                <a:gd name="csY7" fmla="*/ 260985 h 443864"/>
                <a:gd name="csX8" fmla="*/ 0 w 761047"/>
                <a:gd name="csY8" fmla="*/ 260985 h 443864"/>
                <a:gd name="csX9" fmla="*/ 182880 w 761047"/>
                <a:gd name="csY9" fmla="*/ 443865 h 443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61047" h="443864">
                  <a:moveTo>
                    <a:pt x="182880" y="443865"/>
                  </a:moveTo>
                  <a:lnTo>
                    <a:pt x="365760" y="260985"/>
                  </a:lnTo>
                  <a:lnTo>
                    <a:pt x="263843" y="260985"/>
                  </a:lnTo>
                  <a:cubicBezTo>
                    <a:pt x="297180" y="196215"/>
                    <a:pt x="364808" y="151448"/>
                    <a:pt x="442913" y="151448"/>
                  </a:cubicBezTo>
                  <a:cubicBezTo>
                    <a:pt x="493395" y="151448"/>
                    <a:pt x="540068" y="170498"/>
                    <a:pt x="575310" y="201930"/>
                  </a:cubicBezTo>
                  <a:lnTo>
                    <a:pt x="761048" y="201930"/>
                  </a:lnTo>
                  <a:cubicBezTo>
                    <a:pt x="704850" y="81915"/>
                    <a:pt x="582930" y="0"/>
                    <a:pt x="442913" y="0"/>
                  </a:cubicBezTo>
                  <a:cubicBezTo>
                    <a:pt x="280035" y="0"/>
                    <a:pt x="142875" y="110490"/>
                    <a:pt x="102870" y="260985"/>
                  </a:cubicBezTo>
                  <a:lnTo>
                    <a:pt x="0" y="260985"/>
                  </a:lnTo>
                  <a:lnTo>
                    <a:pt x="182880" y="443865"/>
                  </a:lnTo>
                  <a:close/>
                </a:path>
              </a:pathLst>
            </a:custGeom>
            <a:grpFill/>
            <a:ln w="44450" cap="flat">
              <a:gradFill>
                <a:gsLst>
                  <a:gs pos="50000">
                    <a:srgbClr val="E2CB1E"/>
                  </a:gs>
                  <a:gs pos="0">
                    <a:srgbClr val="CE9230"/>
                  </a:gs>
                  <a:gs pos="100000">
                    <a:srgbClr val="0E68E0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Bentuk Bebas: Bentuk 24">
              <a:extLst>
                <a:ext uri="{FF2B5EF4-FFF2-40B4-BE49-F238E27FC236}">
                  <a16:creationId xmlns:a16="http://schemas.microsoft.com/office/drawing/2014/main" id="{EBEAF97B-126B-2E49-E2E6-D645ACF84051}"/>
                </a:ext>
              </a:extLst>
            </p:cNvPr>
            <p:cNvSpPr/>
            <p:nvPr/>
          </p:nvSpPr>
          <p:spPr>
            <a:xfrm>
              <a:off x="2882126" y="4248251"/>
              <a:ext cx="761047" cy="443864"/>
            </a:xfrm>
            <a:custGeom>
              <a:avLst/>
              <a:gdLst>
                <a:gd name="csX0" fmla="*/ 761048 w 761047"/>
                <a:gd name="csY0" fmla="*/ 182880 h 443864"/>
                <a:gd name="csX1" fmla="*/ 578168 w 761047"/>
                <a:gd name="csY1" fmla="*/ 0 h 443864"/>
                <a:gd name="csX2" fmla="*/ 395288 w 761047"/>
                <a:gd name="csY2" fmla="*/ 182880 h 443864"/>
                <a:gd name="csX3" fmla="*/ 498158 w 761047"/>
                <a:gd name="csY3" fmla="*/ 182880 h 443864"/>
                <a:gd name="csX4" fmla="*/ 319088 w 761047"/>
                <a:gd name="csY4" fmla="*/ 292417 h 443864"/>
                <a:gd name="csX5" fmla="*/ 186690 w 761047"/>
                <a:gd name="csY5" fmla="*/ 241935 h 443864"/>
                <a:gd name="csX6" fmla="*/ 0 w 761047"/>
                <a:gd name="csY6" fmla="*/ 241935 h 443864"/>
                <a:gd name="csX7" fmla="*/ 319088 w 761047"/>
                <a:gd name="csY7" fmla="*/ 443865 h 443864"/>
                <a:gd name="csX8" fmla="*/ 659130 w 761047"/>
                <a:gd name="csY8" fmla="*/ 182880 h 443864"/>
                <a:gd name="csX9" fmla="*/ 761048 w 761047"/>
                <a:gd name="csY9" fmla="*/ 182880 h 4438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61047" h="443864">
                  <a:moveTo>
                    <a:pt x="761048" y="182880"/>
                  </a:moveTo>
                  <a:lnTo>
                    <a:pt x="578168" y="0"/>
                  </a:lnTo>
                  <a:lnTo>
                    <a:pt x="395288" y="182880"/>
                  </a:lnTo>
                  <a:lnTo>
                    <a:pt x="498158" y="182880"/>
                  </a:lnTo>
                  <a:cubicBezTo>
                    <a:pt x="464820" y="247650"/>
                    <a:pt x="397193" y="292417"/>
                    <a:pt x="319088" y="292417"/>
                  </a:cubicBezTo>
                  <a:cubicBezTo>
                    <a:pt x="268605" y="292417"/>
                    <a:pt x="221933" y="273367"/>
                    <a:pt x="186690" y="241935"/>
                  </a:cubicBezTo>
                  <a:lnTo>
                    <a:pt x="0" y="241935"/>
                  </a:lnTo>
                  <a:cubicBezTo>
                    <a:pt x="57150" y="361950"/>
                    <a:pt x="178118" y="443865"/>
                    <a:pt x="319088" y="443865"/>
                  </a:cubicBezTo>
                  <a:cubicBezTo>
                    <a:pt x="481965" y="443865"/>
                    <a:pt x="619125" y="333375"/>
                    <a:pt x="659130" y="182880"/>
                  </a:cubicBezTo>
                  <a:lnTo>
                    <a:pt x="761048" y="182880"/>
                  </a:lnTo>
                  <a:close/>
                </a:path>
              </a:pathLst>
            </a:custGeom>
            <a:grpFill/>
            <a:ln w="44450" cap="flat">
              <a:gradFill>
                <a:gsLst>
                  <a:gs pos="50000">
                    <a:srgbClr val="E2CB1E"/>
                  </a:gs>
                  <a:gs pos="0">
                    <a:srgbClr val="CE9230"/>
                  </a:gs>
                  <a:gs pos="100000">
                    <a:srgbClr val="0E68E0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22" name="Grafik 20" descr="Satu gerigi dengan isian solid">
            <a:extLst>
              <a:ext uri="{FF2B5EF4-FFF2-40B4-BE49-F238E27FC236}">
                <a16:creationId xmlns:a16="http://schemas.microsoft.com/office/drawing/2014/main" id="{2EFABE5E-76EA-979B-1F7D-6DA5C8E33F68}"/>
              </a:ext>
            </a:extLst>
          </p:cNvPr>
          <p:cNvSpPr/>
          <p:nvPr/>
        </p:nvSpPr>
        <p:spPr>
          <a:xfrm>
            <a:off x="569370" y="3686009"/>
            <a:ext cx="1228325" cy="1226521"/>
          </a:xfrm>
          <a:custGeom>
            <a:avLst/>
            <a:gdLst>
              <a:gd name="csX0" fmla="*/ 613261 w 1228325"/>
              <a:gd name="csY0" fmla="*/ 829706 h 1226521"/>
              <a:gd name="csX1" fmla="*/ 396816 w 1228325"/>
              <a:gd name="csY1" fmla="*/ 613261 h 1226521"/>
              <a:gd name="csX2" fmla="*/ 613261 w 1228325"/>
              <a:gd name="csY2" fmla="*/ 396816 h 1226521"/>
              <a:gd name="csX3" fmla="*/ 829706 w 1228325"/>
              <a:gd name="csY3" fmla="*/ 613261 h 1226521"/>
              <a:gd name="csX4" fmla="*/ 613261 w 1228325"/>
              <a:gd name="csY4" fmla="*/ 829706 h 1226521"/>
              <a:gd name="csX5" fmla="*/ 1100262 w 1228325"/>
              <a:gd name="csY5" fmla="*/ 477983 h 1226521"/>
              <a:gd name="csX6" fmla="*/ 1053366 w 1228325"/>
              <a:gd name="csY6" fmla="*/ 366153 h 1226521"/>
              <a:gd name="csX7" fmla="*/ 1098458 w 1228325"/>
              <a:gd name="csY7" fmla="*/ 230875 h 1226521"/>
              <a:gd name="csX8" fmla="*/ 995647 w 1228325"/>
              <a:gd name="csY8" fmla="*/ 128063 h 1226521"/>
              <a:gd name="csX9" fmla="*/ 860369 w 1228325"/>
              <a:gd name="csY9" fmla="*/ 173156 h 1226521"/>
              <a:gd name="csX10" fmla="*/ 746735 w 1228325"/>
              <a:gd name="csY10" fmla="*/ 126260 h 1226521"/>
              <a:gd name="csX11" fmla="*/ 685409 w 1228325"/>
              <a:gd name="csY11" fmla="*/ 0 h 1226521"/>
              <a:gd name="csX12" fmla="*/ 541113 w 1228325"/>
              <a:gd name="csY12" fmla="*/ 0 h 1226521"/>
              <a:gd name="csX13" fmla="*/ 477983 w 1228325"/>
              <a:gd name="csY13" fmla="*/ 126260 h 1226521"/>
              <a:gd name="csX14" fmla="*/ 366153 w 1228325"/>
              <a:gd name="csY14" fmla="*/ 173156 h 1226521"/>
              <a:gd name="csX15" fmla="*/ 230875 w 1228325"/>
              <a:gd name="csY15" fmla="*/ 128063 h 1226521"/>
              <a:gd name="csX16" fmla="*/ 128063 w 1228325"/>
              <a:gd name="csY16" fmla="*/ 230875 h 1226521"/>
              <a:gd name="csX17" fmla="*/ 173156 w 1228325"/>
              <a:gd name="csY17" fmla="*/ 366153 h 1226521"/>
              <a:gd name="csX18" fmla="*/ 126260 w 1228325"/>
              <a:gd name="csY18" fmla="*/ 479786 h 1226521"/>
              <a:gd name="csX19" fmla="*/ 0 w 1228325"/>
              <a:gd name="csY19" fmla="*/ 541113 h 1226521"/>
              <a:gd name="csX20" fmla="*/ 0 w 1228325"/>
              <a:gd name="csY20" fmla="*/ 685409 h 1226521"/>
              <a:gd name="csX21" fmla="*/ 126260 w 1228325"/>
              <a:gd name="csY21" fmla="*/ 748539 h 1226521"/>
              <a:gd name="csX22" fmla="*/ 173156 w 1228325"/>
              <a:gd name="csY22" fmla="*/ 860369 h 1226521"/>
              <a:gd name="csX23" fmla="*/ 128063 w 1228325"/>
              <a:gd name="csY23" fmla="*/ 995647 h 1226521"/>
              <a:gd name="csX24" fmla="*/ 230875 w 1228325"/>
              <a:gd name="csY24" fmla="*/ 1098458 h 1226521"/>
              <a:gd name="csX25" fmla="*/ 366153 w 1228325"/>
              <a:gd name="csY25" fmla="*/ 1053366 h 1226521"/>
              <a:gd name="csX26" fmla="*/ 479786 w 1228325"/>
              <a:gd name="csY26" fmla="*/ 1100262 h 1226521"/>
              <a:gd name="csX27" fmla="*/ 542916 w 1228325"/>
              <a:gd name="csY27" fmla="*/ 1226522 h 1226521"/>
              <a:gd name="csX28" fmla="*/ 687213 w 1228325"/>
              <a:gd name="csY28" fmla="*/ 1226522 h 1226521"/>
              <a:gd name="csX29" fmla="*/ 750343 w 1228325"/>
              <a:gd name="csY29" fmla="*/ 1100262 h 1226521"/>
              <a:gd name="csX30" fmla="*/ 862173 w 1228325"/>
              <a:gd name="csY30" fmla="*/ 1053366 h 1226521"/>
              <a:gd name="csX31" fmla="*/ 997451 w 1228325"/>
              <a:gd name="csY31" fmla="*/ 1098458 h 1226521"/>
              <a:gd name="csX32" fmla="*/ 1100262 w 1228325"/>
              <a:gd name="csY32" fmla="*/ 995647 h 1226521"/>
              <a:gd name="csX33" fmla="*/ 1055169 w 1228325"/>
              <a:gd name="csY33" fmla="*/ 860369 h 1226521"/>
              <a:gd name="csX34" fmla="*/ 1102066 w 1228325"/>
              <a:gd name="csY34" fmla="*/ 746735 h 1226521"/>
              <a:gd name="csX35" fmla="*/ 1228325 w 1228325"/>
              <a:gd name="csY35" fmla="*/ 683606 h 1226521"/>
              <a:gd name="csX36" fmla="*/ 1228325 w 1228325"/>
              <a:gd name="csY36" fmla="*/ 539309 h 1226521"/>
              <a:gd name="csX37" fmla="*/ 1100262 w 1228325"/>
              <a:gd name="csY37" fmla="*/ 477983 h 1226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228325" h="1226521">
                <a:moveTo>
                  <a:pt x="613261" y="829706"/>
                </a:moveTo>
                <a:cubicBezTo>
                  <a:pt x="494216" y="829706"/>
                  <a:pt x="396816" y="732306"/>
                  <a:pt x="396816" y="613261"/>
                </a:cubicBezTo>
                <a:cubicBezTo>
                  <a:pt x="396816" y="494216"/>
                  <a:pt x="494216" y="396816"/>
                  <a:pt x="613261" y="396816"/>
                </a:cubicBezTo>
                <a:cubicBezTo>
                  <a:pt x="732306" y="396816"/>
                  <a:pt x="829706" y="494216"/>
                  <a:pt x="829706" y="613261"/>
                </a:cubicBezTo>
                <a:cubicBezTo>
                  <a:pt x="829706" y="732306"/>
                  <a:pt x="732306" y="829706"/>
                  <a:pt x="613261" y="829706"/>
                </a:cubicBezTo>
                <a:close/>
                <a:moveTo>
                  <a:pt x="1100262" y="477983"/>
                </a:moveTo>
                <a:cubicBezTo>
                  <a:pt x="1089440" y="438301"/>
                  <a:pt x="1073207" y="400423"/>
                  <a:pt x="1053366" y="366153"/>
                </a:cubicBezTo>
                <a:lnTo>
                  <a:pt x="1098458" y="230875"/>
                </a:lnTo>
                <a:lnTo>
                  <a:pt x="995647" y="128063"/>
                </a:lnTo>
                <a:lnTo>
                  <a:pt x="860369" y="173156"/>
                </a:lnTo>
                <a:cubicBezTo>
                  <a:pt x="824295" y="153315"/>
                  <a:pt x="786417" y="137082"/>
                  <a:pt x="746735" y="126260"/>
                </a:cubicBezTo>
                <a:lnTo>
                  <a:pt x="685409" y="0"/>
                </a:lnTo>
                <a:lnTo>
                  <a:pt x="541113" y="0"/>
                </a:lnTo>
                <a:lnTo>
                  <a:pt x="477983" y="126260"/>
                </a:lnTo>
                <a:cubicBezTo>
                  <a:pt x="438301" y="137082"/>
                  <a:pt x="400423" y="153315"/>
                  <a:pt x="366153" y="173156"/>
                </a:cubicBezTo>
                <a:lnTo>
                  <a:pt x="230875" y="128063"/>
                </a:lnTo>
                <a:lnTo>
                  <a:pt x="128063" y="230875"/>
                </a:lnTo>
                <a:lnTo>
                  <a:pt x="173156" y="366153"/>
                </a:lnTo>
                <a:cubicBezTo>
                  <a:pt x="153315" y="402227"/>
                  <a:pt x="137082" y="440105"/>
                  <a:pt x="126260" y="479786"/>
                </a:cubicBezTo>
                <a:lnTo>
                  <a:pt x="0" y="541113"/>
                </a:lnTo>
                <a:lnTo>
                  <a:pt x="0" y="685409"/>
                </a:lnTo>
                <a:lnTo>
                  <a:pt x="126260" y="748539"/>
                </a:lnTo>
                <a:cubicBezTo>
                  <a:pt x="137082" y="788221"/>
                  <a:pt x="153315" y="826098"/>
                  <a:pt x="173156" y="860369"/>
                </a:cubicBezTo>
                <a:lnTo>
                  <a:pt x="128063" y="995647"/>
                </a:lnTo>
                <a:lnTo>
                  <a:pt x="230875" y="1098458"/>
                </a:lnTo>
                <a:lnTo>
                  <a:pt x="366153" y="1053366"/>
                </a:lnTo>
                <a:cubicBezTo>
                  <a:pt x="402227" y="1073207"/>
                  <a:pt x="440105" y="1089440"/>
                  <a:pt x="479786" y="1100262"/>
                </a:cubicBezTo>
                <a:lnTo>
                  <a:pt x="542916" y="1226522"/>
                </a:lnTo>
                <a:lnTo>
                  <a:pt x="687213" y="1226522"/>
                </a:lnTo>
                <a:lnTo>
                  <a:pt x="750343" y="1100262"/>
                </a:lnTo>
                <a:cubicBezTo>
                  <a:pt x="790024" y="1089440"/>
                  <a:pt x="827902" y="1073207"/>
                  <a:pt x="862173" y="1053366"/>
                </a:cubicBezTo>
                <a:lnTo>
                  <a:pt x="997451" y="1098458"/>
                </a:lnTo>
                <a:lnTo>
                  <a:pt x="1100262" y="995647"/>
                </a:lnTo>
                <a:lnTo>
                  <a:pt x="1055169" y="860369"/>
                </a:lnTo>
                <a:cubicBezTo>
                  <a:pt x="1075010" y="824295"/>
                  <a:pt x="1091244" y="786417"/>
                  <a:pt x="1102066" y="746735"/>
                </a:cubicBezTo>
                <a:lnTo>
                  <a:pt x="1228325" y="683606"/>
                </a:lnTo>
                <a:lnTo>
                  <a:pt x="1228325" y="539309"/>
                </a:lnTo>
                <a:lnTo>
                  <a:pt x="1100262" y="477983"/>
                </a:lnTo>
                <a:close/>
              </a:path>
            </a:pathLst>
          </a:custGeom>
          <a:noFill/>
          <a:ln w="44450" cap="flat">
            <a:gradFill>
              <a:gsLst>
                <a:gs pos="0">
                  <a:srgbClr val="94C9F4"/>
                </a:gs>
                <a:gs pos="100000">
                  <a:srgbClr val="0E68E0"/>
                </a:gs>
              </a:gsLst>
              <a:lin ang="2700000" scaled="0"/>
            </a:gradFill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grpSp>
        <p:nvGrpSpPr>
          <p:cNvPr id="37" name="Grup 36">
            <a:extLst>
              <a:ext uri="{FF2B5EF4-FFF2-40B4-BE49-F238E27FC236}">
                <a16:creationId xmlns:a16="http://schemas.microsoft.com/office/drawing/2014/main" id="{2564381D-677B-8110-013E-400F85588805}"/>
              </a:ext>
            </a:extLst>
          </p:cNvPr>
          <p:cNvGrpSpPr/>
          <p:nvPr/>
        </p:nvGrpSpPr>
        <p:grpSpPr>
          <a:xfrm>
            <a:off x="2490139" y="3863356"/>
            <a:ext cx="1039304" cy="1049174"/>
            <a:chOff x="3047429" y="3981346"/>
            <a:chExt cx="674370" cy="680774"/>
          </a:xfrm>
          <a:noFill/>
        </p:grpSpPr>
        <p:grpSp>
          <p:nvGrpSpPr>
            <p:cNvPr id="23" name="Grafik 2" descr="Database dengan isian solid">
              <a:extLst>
                <a:ext uri="{FF2B5EF4-FFF2-40B4-BE49-F238E27FC236}">
                  <a16:creationId xmlns:a16="http://schemas.microsoft.com/office/drawing/2014/main" id="{6DB97834-8557-FE42-A20F-5D2330289341}"/>
                </a:ext>
              </a:extLst>
            </p:cNvPr>
            <p:cNvGrpSpPr/>
            <p:nvPr/>
          </p:nvGrpSpPr>
          <p:grpSpPr>
            <a:xfrm>
              <a:off x="3165967" y="3981346"/>
              <a:ext cx="437294" cy="593471"/>
              <a:chOff x="3165967" y="3981346"/>
              <a:chExt cx="437294" cy="593471"/>
            </a:xfrm>
            <a:grpFill/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1E0FD2C-BAC9-871E-57AB-846EB10E3D41}"/>
                  </a:ext>
                </a:extLst>
              </p:cNvPr>
              <p:cNvSpPr/>
              <p:nvPr/>
            </p:nvSpPr>
            <p:spPr>
              <a:xfrm>
                <a:off x="3165967" y="3981346"/>
                <a:ext cx="437294" cy="124941"/>
              </a:xfrm>
              <a:prstGeom prst="ellipse">
                <a:avLst/>
              </a:prstGeom>
              <a:grpFill/>
              <a:ln w="44450" cap="flat">
                <a:gradFill>
                  <a:gsLst>
                    <a:gs pos="0">
                      <a:srgbClr val="FD6161"/>
                    </a:gs>
                    <a:gs pos="100000">
                      <a:srgbClr val="A90707"/>
                    </a:gs>
                  </a:gsLst>
                  <a:lin ang="10800000" scaled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9" name="Bentuk Bebas: Bentuk 28">
                <a:extLst>
                  <a:ext uri="{FF2B5EF4-FFF2-40B4-BE49-F238E27FC236}">
                    <a16:creationId xmlns:a16="http://schemas.microsoft.com/office/drawing/2014/main" id="{787BBD5F-1A83-D905-DD66-E66A9AEE4183}"/>
                  </a:ext>
                </a:extLst>
              </p:cNvPr>
              <p:cNvSpPr/>
              <p:nvPr/>
            </p:nvSpPr>
            <p:spPr>
              <a:xfrm>
                <a:off x="3165967" y="4075052"/>
                <a:ext cx="437294" cy="187412"/>
              </a:xfrm>
              <a:custGeom>
                <a:avLst/>
                <a:gdLst>
                  <a:gd name="csX0" fmla="*/ 374824 w 437294"/>
                  <a:gd name="csY0" fmla="*/ 124941 h 187412"/>
                  <a:gd name="csX1" fmla="*/ 359206 w 437294"/>
                  <a:gd name="csY1" fmla="*/ 109324 h 187412"/>
                  <a:gd name="csX2" fmla="*/ 374824 w 437294"/>
                  <a:gd name="csY2" fmla="*/ 93706 h 187412"/>
                  <a:gd name="csX3" fmla="*/ 390442 w 437294"/>
                  <a:gd name="csY3" fmla="*/ 109324 h 187412"/>
                  <a:gd name="csX4" fmla="*/ 374824 w 437294"/>
                  <a:gd name="csY4" fmla="*/ 124941 h 187412"/>
                  <a:gd name="csX5" fmla="*/ 218647 w 437294"/>
                  <a:gd name="csY5" fmla="*/ 62471 h 187412"/>
                  <a:gd name="csX6" fmla="*/ 0 w 437294"/>
                  <a:gd name="csY6" fmla="*/ 0 h 187412"/>
                  <a:gd name="csX7" fmla="*/ 0 w 437294"/>
                  <a:gd name="csY7" fmla="*/ 124941 h 187412"/>
                  <a:gd name="csX8" fmla="*/ 218647 w 437294"/>
                  <a:gd name="csY8" fmla="*/ 187412 h 187412"/>
                  <a:gd name="csX9" fmla="*/ 437295 w 437294"/>
                  <a:gd name="csY9" fmla="*/ 124941 h 187412"/>
                  <a:gd name="csX10" fmla="*/ 437295 w 437294"/>
                  <a:gd name="csY10" fmla="*/ 0 h 187412"/>
                  <a:gd name="csX11" fmla="*/ 218647 w 437294"/>
                  <a:gd name="csY11" fmla="*/ 62471 h 1874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37294" h="187412">
                    <a:moveTo>
                      <a:pt x="374824" y="124941"/>
                    </a:moveTo>
                    <a:cubicBezTo>
                      <a:pt x="365453" y="124941"/>
                      <a:pt x="359206" y="118694"/>
                      <a:pt x="359206" y="109324"/>
                    </a:cubicBezTo>
                    <a:cubicBezTo>
                      <a:pt x="359206" y="99953"/>
                      <a:pt x="365453" y="93706"/>
                      <a:pt x="374824" y="93706"/>
                    </a:cubicBezTo>
                    <a:cubicBezTo>
                      <a:pt x="384195" y="93706"/>
                      <a:pt x="390442" y="99953"/>
                      <a:pt x="390442" y="109324"/>
                    </a:cubicBezTo>
                    <a:cubicBezTo>
                      <a:pt x="390442" y="118694"/>
                      <a:pt x="384195" y="124941"/>
                      <a:pt x="374824" y="124941"/>
                    </a:cubicBezTo>
                    <a:close/>
                    <a:moveTo>
                      <a:pt x="218647" y="62471"/>
                    </a:moveTo>
                    <a:cubicBezTo>
                      <a:pt x="98391" y="62471"/>
                      <a:pt x="0" y="34359"/>
                      <a:pt x="0" y="0"/>
                    </a:cubicBezTo>
                    <a:lnTo>
                      <a:pt x="0" y="124941"/>
                    </a:lnTo>
                    <a:cubicBezTo>
                      <a:pt x="0" y="159300"/>
                      <a:pt x="98391" y="187412"/>
                      <a:pt x="218647" y="187412"/>
                    </a:cubicBezTo>
                    <a:cubicBezTo>
                      <a:pt x="338903" y="187412"/>
                      <a:pt x="437295" y="159300"/>
                      <a:pt x="437295" y="124941"/>
                    </a:cubicBezTo>
                    <a:lnTo>
                      <a:pt x="437295" y="0"/>
                    </a:lnTo>
                    <a:cubicBezTo>
                      <a:pt x="437295" y="34359"/>
                      <a:pt x="338903" y="62471"/>
                      <a:pt x="218647" y="62471"/>
                    </a:cubicBezTo>
                    <a:close/>
                  </a:path>
                </a:pathLst>
              </a:custGeom>
              <a:grpFill/>
              <a:ln w="44450" cap="flat">
                <a:gradFill>
                  <a:gsLst>
                    <a:gs pos="0">
                      <a:srgbClr val="FD6161"/>
                    </a:gs>
                    <a:gs pos="100000">
                      <a:srgbClr val="A90707"/>
                    </a:gs>
                  </a:gsLst>
                  <a:lin ang="10800000" scaled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5" name="Bentuk Bebas: Bentuk 34">
                <a:extLst>
                  <a:ext uri="{FF2B5EF4-FFF2-40B4-BE49-F238E27FC236}">
                    <a16:creationId xmlns:a16="http://schemas.microsoft.com/office/drawing/2014/main" id="{FC4CA0DB-70AA-717E-4953-AC88FD04DB71}"/>
                  </a:ext>
                </a:extLst>
              </p:cNvPr>
              <p:cNvSpPr/>
              <p:nvPr/>
            </p:nvSpPr>
            <p:spPr>
              <a:xfrm>
                <a:off x="3165967" y="4231229"/>
                <a:ext cx="437294" cy="187412"/>
              </a:xfrm>
              <a:custGeom>
                <a:avLst/>
                <a:gdLst>
                  <a:gd name="csX0" fmla="*/ 374824 w 437294"/>
                  <a:gd name="csY0" fmla="*/ 124941 h 187412"/>
                  <a:gd name="csX1" fmla="*/ 359206 w 437294"/>
                  <a:gd name="csY1" fmla="*/ 109324 h 187412"/>
                  <a:gd name="csX2" fmla="*/ 374824 w 437294"/>
                  <a:gd name="csY2" fmla="*/ 93706 h 187412"/>
                  <a:gd name="csX3" fmla="*/ 390442 w 437294"/>
                  <a:gd name="csY3" fmla="*/ 109324 h 187412"/>
                  <a:gd name="csX4" fmla="*/ 374824 w 437294"/>
                  <a:gd name="csY4" fmla="*/ 124941 h 187412"/>
                  <a:gd name="csX5" fmla="*/ 218647 w 437294"/>
                  <a:gd name="csY5" fmla="*/ 62471 h 187412"/>
                  <a:gd name="csX6" fmla="*/ 0 w 437294"/>
                  <a:gd name="csY6" fmla="*/ 0 h 187412"/>
                  <a:gd name="csX7" fmla="*/ 0 w 437294"/>
                  <a:gd name="csY7" fmla="*/ 124941 h 187412"/>
                  <a:gd name="csX8" fmla="*/ 218647 w 437294"/>
                  <a:gd name="csY8" fmla="*/ 187412 h 187412"/>
                  <a:gd name="csX9" fmla="*/ 437295 w 437294"/>
                  <a:gd name="csY9" fmla="*/ 124941 h 187412"/>
                  <a:gd name="csX10" fmla="*/ 437295 w 437294"/>
                  <a:gd name="csY10" fmla="*/ 0 h 187412"/>
                  <a:gd name="csX11" fmla="*/ 218647 w 437294"/>
                  <a:gd name="csY11" fmla="*/ 62471 h 1874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37294" h="187412">
                    <a:moveTo>
                      <a:pt x="374824" y="124941"/>
                    </a:moveTo>
                    <a:cubicBezTo>
                      <a:pt x="365453" y="124941"/>
                      <a:pt x="359206" y="118694"/>
                      <a:pt x="359206" y="109324"/>
                    </a:cubicBezTo>
                    <a:cubicBezTo>
                      <a:pt x="359206" y="99953"/>
                      <a:pt x="365453" y="93706"/>
                      <a:pt x="374824" y="93706"/>
                    </a:cubicBezTo>
                    <a:cubicBezTo>
                      <a:pt x="384195" y="93706"/>
                      <a:pt x="390442" y="99953"/>
                      <a:pt x="390442" y="109324"/>
                    </a:cubicBezTo>
                    <a:cubicBezTo>
                      <a:pt x="390442" y="118694"/>
                      <a:pt x="384195" y="124941"/>
                      <a:pt x="374824" y="124941"/>
                    </a:cubicBezTo>
                    <a:close/>
                    <a:moveTo>
                      <a:pt x="218647" y="62471"/>
                    </a:moveTo>
                    <a:cubicBezTo>
                      <a:pt x="98391" y="62471"/>
                      <a:pt x="0" y="34359"/>
                      <a:pt x="0" y="0"/>
                    </a:cubicBezTo>
                    <a:lnTo>
                      <a:pt x="0" y="124941"/>
                    </a:lnTo>
                    <a:cubicBezTo>
                      <a:pt x="0" y="159300"/>
                      <a:pt x="98391" y="187412"/>
                      <a:pt x="218647" y="187412"/>
                    </a:cubicBezTo>
                    <a:cubicBezTo>
                      <a:pt x="338903" y="187412"/>
                      <a:pt x="437295" y="159300"/>
                      <a:pt x="437295" y="124941"/>
                    </a:cubicBezTo>
                    <a:lnTo>
                      <a:pt x="437295" y="0"/>
                    </a:lnTo>
                    <a:cubicBezTo>
                      <a:pt x="437295" y="34359"/>
                      <a:pt x="338903" y="62471"/>
                      <a:pt x="218647" y="62471"/>
                    </a:cubicBezTo>
                    <a:close/>
                  </a:path>
                </a:pathLst>
              </a:custGeom>
              <a:grpFill/>
              <a:ln w="44450" cap="flat">
                <a:gradFill>
                  <a:gsLst>
                    <a:gs pos="0">
                      <a:srgbClr val="FD6161"/>
                    </a:gs>
                    <a:gs pos="100000">
                      <a:srgbClr val="A90707"/>
                    </a:gs>
                  </a:gsLst>
                  <a:lin ang="10800000" scaled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6" name="Bentuk Bebas: Bentuk 35">
                <a:extLst>
                  <a:ext uri="{FF2B5EF4-FFF2-40B4-BE49-F238E27FC236}">
                    <a16:creationId xmlns:a16="http://schemas.microsoft.com/office/drawing/2014/main" id="{F5DCC53F-9A7B-D790-634C-D9958802D422}"/>
                  </a:ext>
                </a:extLst>
              </p:cNvPr>
              <p:cNvSpPr/>
              <p:nvPr/>
            </p:nvSpPr>
            <p:spPr>
              <a:xfrm>
                <a:off x="3165967" y="4387405"/>
                <a:ext cx="437294" cy="187412"/>
              </a:xfrm>
              <a:custGeom>
                <a:avLst/>
                <a:gdLst>
                  <a:gd name="csX0" fmla="*/ 374824 w 437294"/>
                  <a:gd name="csY0" fmla="*/ 124941 h 187412"/>
                  <a:gd name="csX1" fmla="*/ 359206 w 437294"/>
                  <a:gd name="csY1" fmla="*/ 109324 h 187412"/>
                  <a:gd name="csX2" fmla="*/ 374824 w 437294"/>
                  <a:gd name="csY2" fmla="*/ 93706 h 187412"/>
                  <a:gd name="csX3" fmla="*/ 390442 w 437294"/>
                  <a:gd name="csY3" fmla="*/ 109324 h 187412"/>
                  <a:gd name="csX4" fmla="*/ 374824 w 437294"/>
                  <a:gd name="csY4" fmla="*/ 124941 h 187412"/>
                  <a:gd name="csX5" fmla="*/ 218647 w 437294"/>
                  <a:gd name="csY5" fmla="*/ 62471 h 187412"/>
                  <a:gd name="csX6" fmla="*/ 0 w 437294"/>
                  <a:gd name="csY6" fmla="*/ 0 h 187412"/>
                  <a:gd name="csX7" fmla="*/ 0 w 437294"/>
                  <a:gd name="csY7" fmla="*/ 124941 h 187412"/>
                  <a:gd name="csX8" fmla="*/ 218647 w 437294"/>
                  <a:gd name="csY8" fmla="*/ 187412 h 187412"/>
                  <a:gd name="csX9" fmla="*/ 437295 w 437294"/>
                  <a:gd name="csY9" fmla="*/ 124941 h 187412"/>
                  <a:gd name="csX10" fmla="*/ 437295 w 437294"/>
                  <a:gd name="csY10" fmla="*/ 0 h 187412"/>
                  <a:gd name="csX11" fmla="*/ 218647 w 437294"/>
                  <a:gd name="csY11" fmla="*/ 62471 h 1874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37294" h="187412">
                    <a:moveTo>
                      <a:pt x="374824" y="124941"/>
                    </a:moveTo>
                    <a:cubicBezTo>
                      <a:pt x="365453" y="124941"/>
                      <a:pt x="359206" y="118694"/>
                      <a:pt x="359206" y="109324"/>
                    </a:cubicBezTo>
                    <a:cubicBezTo>
                      <a:pt x="359206" y="99953"/>
                      <a:pt x="365453" y="93706"/>
                      <a:pt x="374824" y="93706"/>
                    </a:cubicBezTo>
                    <a:cubicBezTo>
                      <a:pt x="384195" y="93706"/>
                      <a:pt x="390442" y="99953"/>
                      <a:pt x="390442" y="109324"/>
                    </a:cubicBezTo>
                    <a:cubicBezTo>
                      <a:pt x="390442" y="118694"/>
                      <a:pt x="384195" y="124941"/>
                      <a:pt x="374824" y="124941"/>
                    </a:cubicBezTo>
                    <a:close/>
                    <a:moveTo>
                      <a:pt x="218647" y="62471"/>
                    </a:moveTo>
                    <a:cubicBezTo>
                      <a:pt x="98391" y="62471"/>
                      <a:pt x="0" y="34359"/>
                      <a:pt x="0" y="0"/>
                    </a:cubicBezTo>
                    <a:lnTo>
                      <a:pt x="0" y="124941"/>
                    </a:lnTo>
                    <a:cubicBezTo>
                      <a:pt x="0" y="159300"/>
                      <a:pt x="98391" y="187412"/>
                      <a:pt x="218647" y="187412"/>
                    </a:cubicBezTo>
                    <a:cubicBezTo>
                      <a:pt x="338903" y="187412"/>
                      <a:pt x="437295" y="159300"/>
                      <a:pt x="437295" y="124941"/>
                    </a:cubicBezTo>
                    <a:lnTo>
                      <a:pt x="437295" y="0"/>
                    </a:lnTo>
                    <a:cubicBezTo>
                      <a:pt x="437295" y="34359"/>
                      <a:pt x="338903" y="62471"/>
                      <a:pt x="218647" y="62471"/>
                    </a:cubicBezTo>
                    <a:close/>
                  </a:path>
                </a:pathLst>
              </a:custGeom>
              <a:grpFill/>
              <a:ln w="44450" cap="flat">
                <a:gradFill>
                  <a:gsLst>
                    <a:gs pos="0">
                      <a:srgbClr val="FD6161"/>
                    </a:gs>
                    <a:gs pos="100000">
                      <a:srgbClr val="A90707"/>
                    </a:gs>
                  </a:gsLst>
                  <a:lin ang="10800000" scaled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20" name="Grafik 18" descr="Tutup dengan isian solid">
              <a:extLst>
                <a:ext uri="{FF2B5EF4-FFF2-40B4-BE49-F238E27FC236}">
                  <a16:creationId xmlns:a16="http://schemas.microsoft.com/office/drawing/2014/main" id="{9F5C6E94-EE74-B998-3661-4E603A8A6B6C}"/>
                </a:ext>
              </a:extLst>
            </p:cNvPr>
            <p:cNvSpPr/>
            <p:nvPr/>
          </p:nvSpPr>
          <p:spPr>
            <a:xfrm>
              <a:off x="3047429" y="3987750"/>
              <a:ext cx="674370" cy="674370"/>
            </a:xfrm>
            <a:custGeom>
              <a:avLst/>
              <a:gdLst>
                <a:gd name="csX0" fmla="*/ 674370 w 674370"/>
                <a:gd name="csY0" fmla="*/ 80963 h 674370"/>
                <a:gd name="csX1" fmla="*/ 593408 w 674370"/>
                <a:gd name="csY1" fmla="*/ 0 h 674370"/>
                <a:gd name="csX2" fmla="*/ 337185 w 674370"/>
                <a:gd name="csY2" fmla="*/ 256223 h 674370"/>
                <a:gd name="csX3" fmla="*/ 80963 w 674370"/>
                <a:gd name="csY3" fmla="*/ 0 h 674370"/>
                <a:gd name="csX4" fmla="*/ 0 w 674370"/>
                <a:gd name="csY4" fmla="*/ 80963 h 674370"/>
                <a:gd name="csX5" fmla="*/ 256223 w 674370"/>
                <a:gd name="csY5" fmla="*/ 337185 h 674370"/>
                <a:gd name="csX6" fmla="*/ 0 w 674370"/>
                <a:gd name="csY6" fmla="*/ 593408 h 674370"/>
                <a:gd name="csX7" fmla="*/ 80963 w 674370"/>
                <a:gd name="csY7" fmla="*/ 674370 h 674370"/>
                <a:gd name="csX8" fmla="*/ 337185 w 674370"/>
                <a:gd name="csY8" fmla="*/ 418148 h 674370"/>
                <a:gd name="csX9" fmla="*/ 593408 w 674370"/>
                <a:gd name="csY9" fmla="*/ 674370 h 674370"/>
                <a:gd name="csX10" fmla="*/ 674370 w 674370"/>
                <a:gd name="csY10" fmla="*/ 593408 h 674370"/>
                <a:gd name="csX11" fmla="*/ 418148 w 674370"/>
                <a:gd name="csY11" fmla="*/ 337185 h 674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4370" h="674370">
                  <a:moveTo>
                    <a:pt x="674370" y="80963"/>
                  </a:moveTo>
                  <a:lnTo>
                    <a:pt x="593408" y="0"/>
                  </a:lnTo>
                  <a:lnTo>
                    <a:pt x="337185" y="256223"/>
                  </a:lnTo>
                  <a:lnTo>
                    <a:pt x="80963" y="0"/>
                  </a:lnTo>
                  <a:lnTo>
                    <a:pt x="0" y="80963"/>
                  </a:lnTo>
                  <a:lnTo>
                    <a:pt x="256223" y="337185"/>
                  </a:lnTo>
                  <a:lnTo>
                    <a:pt x="0" y="593408"/>
                  </a:lnTo>
                  <a:lnTo>
                    <a:pt x="80963" y="674370"/>
                  </a:lnTo>
                  <a:lnTo>
                    <a:pt x="337185" y="418148"/>
                  </a:lnTo>
                  <a:lnTo>
                    <a:pt x="593408" y="674370"/>
                  </a:lnTo>
                  <a:lnTo>
                    <a:pt x="674370" y="593408"/>
                  </a:lnTo>
                  <a:lnTo>
                    <a:pt x="418148" y="337185"/>
                  </a:lnTo>
                  <a:close/>
                </a:path>
              </a:pathLst>
            </a:custGeom>
            <a:grpFill/>
            <a:ln w="44450" cap="flat">
              <a:gradFill>
                <a:gsLst>
                  <a:gs pos="0">
                    <a:srgbClr val="FD6161"/>
                  </a:gs>
                  <a:gs pos="100000">
                    <a:srgbClr val="A90707"/>
                  </a:gs>
                </a:gsLst>
                <a:lin ang="108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50" name="Grup 49">
            <a:extLst>
              <a:ext uri="{FF2B5EF4-FFF2-40B4-BE49-F238E27FC236}">
                <a16:creationId xmlns:a16="http://schemas.microsoft.com/office/drawing/2014/main" id="{1E15522E-8F35-E0C5-9A2D-E56491EB9470}"/>
              </a:ext>
            </a:extLst>
          </p:cNvPr>
          <p:cNvGrpSpPr/>
          <p:nvPr/>
        </p:nvGrpSpPr>
        <p:grpSpPr>
          <a:xfrm>
            <a:off x="2481194" y="5360187"/>
            <a:ext cx="866775" cy="693324"/>
            <a:chOff x="2481194" y="5360187"/>
            <a:chExt cx="866775" cy="693324"/>
          </a:xfrm>
          <a:noFill/>
        </p:grpSpPr>
        <p:sp>
          <p:nvSpPr>
            <p:cNvPr id="46" name="Bentuk Bebas: Bentuk 45">
              <a:extLst>
                <a:ext uri="{FF2B5EF4-FFF2-40B4-BE49-F238E27FC236}">
                  <a16:creationId xmlns:a16="http://schemas.microsoft.com/office/drawing/2014/main" id="{83F3AB62-D812-EE54-7226-DAB071B90D30}"/>
                </a:ext>
              </a:extLst>
            </p:cNvPr>
            <p:cNvSpPr/>
            <p:nvPr/>
          </p:nvSpPr>
          <p:spPr>
            <a:xfrm>
              <a:off x="2957444" y="5704420"/>
              <a:ext cx="192517" cy="234808"/>
            </a:xfrm>
            <a:custGeom>
              <a:avLst/>
              <a:gdLst>
                <a:gd name="csX0" fmla="*/ 190500 w 192517"/>
                <a:gd name="csY0" fmla="*/ 213932 h 234808"/>
                <a:gd name="csX1" fmla="*/ 60103 w 192517"/>
                <a:gd name="csY1" fmla="*/ 6096 h 234808"/>
                <a:gd name="csX2" fmla="*/ 49149 w 192517"/>
                <a:gd name="csY2" fmla="*/ 0 h 234808"/>
                <a:gd name="csX3" fmla="*/ 38100 w 192517"/>
                <a:gd name="csY3" fmla="*/ 6096 h 234808"/>
                <a:gd name="csX4" fmla="*/ 0 w 192517"/>
                <a:gd name="csY4" fmla="*/ 67247 h 234808"/>
                <a:gd name="csX5" fmla="*/ 81725 w 192517"/>
                <a:gd name="csY5" fmla="*/ 199454 h 234808"/>
                <a:gd name="csX6" fmla="*/ 85725 w 192517"/>
                <a:gd name="csY6" fmla="*/ 234791 h 234808"/>
                <a:gd name="csX7" fmla="*/ 178117 w 192517"/>
                <a:gd name="csY7" fmla="*/ 234791 h 234808"/>
                <a:gd name="csX8" fmla="*/ 192500 w 192517"/>
                <a:gd name="csY8" fmla="*/ 221776 h 234808"/>
                <a:gd name="csX9" fmla="*/ 190500 w 192517"/>
                <a:gd name="csY9" fmla="*/ 213932 h 23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92517" h="234808">
                  <a:moveTo>
                    <a:pt x="190500" y="213932"/>
                  </a:moveTo>
                  <a:lnTo>
                    <a:pt x="60103" y="6096"/>
                  </a:lnTo>
                  <a:cubicBezTo>
                    <a:pt x="57770" y="2287"/>
                    <a:pt x="53615" y="-25"/>
                    <a:pt x="49149" y="0"/>
                  </a:cubicBezTo>
                  <a:cubicBezTo>
                    <a:pt x="44663" y="-2"/>
                    <a:pt x="40491" y="2300"/>
                    <a:pt x="38100" y="6096"/>
                  </a:cubicBezTo>
                  <a:lnTo>
                    <a:pt x="0" y="67247"/>
                  </a:lnTo>
                  <a:lnTo>
                    <a:pt x="81725" y="199454"/>
                  </a:lnTo>
                  <a:cubicBezTo>
                    <a:pt x="88641" y="209912"/>
                    <a:pt x="90127" y="223051"/>
                    <a:pt x="85725" y="234791"/>
                  </a:cubicBezTo>
                  <a:lnTo>
                    <a:pt x="178117" y="234791"/>
                  </a:lnTo>
                  <a:cubicBezTo>
                    <a:pt x="185683" y="235170"/>
                    <a:pt x="192123" y="229342"/>
                    <a:pt x="192500" y="221776"/>
                  </a:cubicBezTo>
                  <a:cubicBezTo>
                    <a:pt x="192638" y="219020"/>
                    <a:pt x="191941" y="216286"/>
                    <a:pt x="190500" y="213932"/>
                  </a:cubicBezTo>
                  <a:close/>
                </a:path>
              </a:pathLst>
            </a:custGeom>
            <a:grpFill/>
            <a:ln w="25400" cap="flat">
              <a:gradFill>
                <a:gsLst>
                  <a:gs pos="0">
                    <a:srgbClr val="60FE60"/>
                  </a:gs>
                  <a:gs pos="100000">
                    <a:srgbClr val="74BAF4"/>
                  </a:gs>
                </a:gsLst>
                <a:lin ang="138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Bentuk Bebas: Bentuk 46">
              <a:extLst>
                <a:ext uri="{FF2B5EF4-FFF2-40B4-BE49-F238E27FC236}">
                  <a16:creationId xmlns:a16="http://schemas.microsoft.com/office/drawing/2014/main" id="{DD0F111A-6C51-06AF-2F20-DED5B2BDAF22}"/>
                </a:ext>
              </a:extLst>
            </p:cNvPr>
            <p:cNvSpPr/>
            <p:nvPr/>
          </p:nvSpPr>
          <p:spPr>
            <a:xfrm>
              <a:off x="2563445" y="5577254"/>
              <a:ext cx="445097" cy="362080"/>
            </a:xfrm>
            <a:custGeom>
              <a:avLst/>
              <a:gdLst>
                <a:gd name="csX0" fmla="*/ 442576 w 445097"/>
                <a:gd name="csY0" fmla="*/ 342336 h 362080"/>
                <a:gd name="csX1" fmla="*/ 235407 w 445097"/>
                <a:gd name="csY1" fmla="*/ 5246 h 362080"/>
                <a:gd name="csX2" fmla="*/ 224263 w 445097"/>
                <a:gd name="csY2" fmla="*/ 7 h 362080"/>
                <a:gd name="csX3" fmla="*/ 222549 w 445097"/>
                <a:gd name="csY3" fmla="*/ 7 h 362080"/>
                <a:gd name="csX4" fmla="*/ 220834 w 445097"/>
                <a:gd name="csY4" fmla="*/ 7 h 362080"/>
                <a:gd name="csX5" fmla="*/ 209690 w 445097"/>
                <a:gd name="csY5" fmla="*/ 5246 h 362080"/>
                <a:gd name="csX6" fmla="*/ 2521 w 445097"/>
                <a:gd name="csY6" fmla="*/ 342336 h 362080"/>
                <a:gd name="csX7" fmla="*/ 1473 w 445097"/>
                <a:gd name="csY7" fmla="*/ 356338 h 362080"/>
                <a:gd name="csX8" fmla="*/ 12999 w 445097"/>
                <a:gd name="csY8" fmla="*/ 361957 h 362080"/>
                <a:gd name="csX9" fmla="*/ 432099 w 445097"/>
                <a:gd name="csY9" fmla="*/ 361957 h 362080"/>
                <a:gd name="csX10" fmla="*/ 443624 w 445097"/>
                <a:gd name="csY10" fmla="*/ 356338 h 362080"/>
                <a:gd name="csX11" fmla="*/ 442576 w 445097"/>
                <a:gd name="csY11" fmla="*/ 342336 h 362080"/>
                <a:gd name="csX12" fmla="*/ 257220 w 445097"/>
                <a:gd name="csY12" fmla="*/ 163171 h 362080"/>
                <a:gd name="csX13" fmla="*/ 224263 w 445097"/>
                <a:gd name="csY13" fmla="*/ 192508 h 362080"/>
                <a:gd name="csX14" fmla="*/ 191307 w 445097"/>
                <a:gd name="csY14" fmla="*/ 163171 h 362080"/>
                <a:gd name="csX15" fmla="*/ 136824 w 445097"/>
                <a:gd name="csY15" fmla="*/ 196127 h 362080"/>
                <a:gd name="csX16" fmla="*/ 222549 w 445097"/>
                <a:gd name="csY16" fmla="*/ 57157 h 362080"/>
                <a:gd name="csX17" fmla="*/ 305988 w 445097"/>
                <a:gd name="csY17" fmla="*/ 192508 h 362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5097" h="362080">
                  <a:moveTo>
                    <a:pt x="442576" y="342336"/>
                  </a:moveTo>
                  <a:lnTo>
                    <a:pt x="235407" y="5246"/>
                  </a:lnTo>
                  <a:cubicBezTo>
                    <a:pt x="232749" y="1812"/>
                    <a:pt x="228604" y="-136"/>
                    <a:pt x="224263" y="7"/>
                  </a:cubicBezTo>
                  <a:lnTo>
                    <a:pt x="222549" y="7"/>
                  </a:lnTo>
                  <a:lnTo>
                    <a:pt x="220834" y="7"/>
                  </a:lnTo>
                  <a:cubicBezTo>
                    <a:pt x="216494" y="-136"/>
                    <a:pt x="212348" y="1812"/>
                    <a:pt x="209690" y="5246"/>
                  </a:cubicBezTo>
                  <a:lnTo>
                    <a:pt x="2521" y="342336"/>
                  </a:lnTo>
                  <a:cubicBezTo>
                    <a:pt x="-413" y="346442"/>
                    <a:pt x="-817" y="351841"/>
                    <a:pt x="1473" y="356338"/>
                  </a:cubicBezTo>
                  <a:cubicBezTo>
                    <a:pt x="3784" y="360412"/>
                    <a:pt x="8365" y="362646"/>
                    <a:pt x="12999" y="361957"/>
                  </a:cubicBezTo>
                  <a:lnTo>
                    <a:pt x="432099" y="361957"/>
                  </a:lnTo>
                  <a:cubicBezTo>
                    <a:pt x="436733" y="362646"/>
                    <a:pt x="441313" y="360412"/>
                    <a:pt x="443624" y="356338"/>
                  </a:cubicBezTo>
                  <a:cubicBezTo>
                    <a:pt x="445915" y="351841"/>
                    <a:pt x="445511" y="346442"/>
                    <a:pt x="442576" y="342336"/>
                  </a:cubicBezTo>
                  <a:close/>
                  <a:moveTo>
                    <a:pt x="257220" y="163171"/>
                  </a:moveTo>
                  <a:lnTo>
                    <a:pt x="224263" y="192508"/>
                  </a:lnTo>
                  <a:lnTo>
                    <a:pt x="191307" y="163171"/>
                  </a:lnTo>
                  <a:lnTo>
                    <a:pt x="136824" y="196127"/>
                  </a:lnTo>
                  <a:lnTo>
                    <a:pt x="222549" y="57157"/>
                  </a:lnTo>
                  <a:lnTo>
                    <a:pt x="305988" y="192508"/>
                  </a:lnTo>
                  <a:close/>
                </a:path>
              </a:pathLst>
            </a:custGeom>
            <a:grpFill/>
            <a:ln w="25400" cap="flat">
              <a:gradFill>
                <a:gsLst>
                  <a:gs pos="0">
                    <a:srgbClr val="60FE60"/>
                  </a:gs>
                  <a:gs pos="100000">
                    <a:srgbClr val="74BAF4"/>
                  </a:gs>
                </a:gsLst>
                <a:lin ang="138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C4480EB-EBFE-C679-6B2B-9AB10E876E4B}"/>
                </a:ext>
              </a:extLst>
            </p:cNvPr>
            <p:cNvSpPr/>
            <p:nvPr/>
          </p:nvSpPr>
          <p:spPr>
            <a:xfrm>
              <a:off x="2633594" y="5569737"/>
              <a:ext cx="57150" cy="57150"/>
            </a:xfrm>
            <a:prstGeom prst="ellipse">
              <a:avLst/>
            </a:prstGeom>
            <a:grpFill/>
            <a:ln w="25400" cap="flat">
              <a:gradFill>
                <a:gsLst>
                  <a:gs pos="0">
                    <a:srgbClr val="60FE60"/>
                  </a:gs>
                  <a:gs pos="100000">
                    <a:srgbClr val="74BAF4"/>
                  </a:gs>
                </a:gsLst>
                <a:lin ang="138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9" name="Bentuk Bebas: Bentuk 48">
              <a:extLst>
                <a:ext uri="{FF2B5EF4-FFF2-40B4-BE49-F238E27FC236}">
                  <a16:creationId xmlns:a16="http://schemas.microsoft.com/office/drawing/2014/main" id="{D0DEE3EB-3A8B-0EA4-6409-8AFCC06428ED}"/>
                </a:ext>
              </a:extLst>
            </p:cNvPr>
            <p:cNvSpPr/>
            <p:nvPr/>
          </p:nvSpPr>
          <p:spPr>
            <a:xfrm>
              <a:off x="2481194" y="5360187"/>
              <a:ext cx="866775" cy="693324"/>
            </a:xfrm>
            <a:custGeom>
              <a:avLst/>
              <a:gdLst>
                <a:gd name="csX0" fmla="*/ 866775 w 866775"/>
                <a:gd name="csY0" fmla="*/ 0 h 693324"/>
                <a:gd name="csX1" fmla="*/ 104775 w 866775"/>
                <a:gd name="csY1" fmla="*/ 0 h 693324"/>
                <a:gd name="csX2" fmla="*/ 104775 w 866775"/>
                <a:gd name="csY2" fmla="*/ 104775 h 693324"/>
                <a:gd name="csX3" fmla="*/ 0 w 866775"/>
                <a:gd name="csY3" fmla="*/ 104775 h 693324"/>
                <a:gd name="csX4" fmla="*/ 0 w 866775"/>
                <a:gd name="csY4" fmla="*/ 693325 h 693324"/>
                <a:gd name="csX5" fmla="*/ 762000 w 866775"/>
                <a:gd name="csY5" fmla="*/ 693325 h 693324"/>
                <a:gd name="csX6" fmla="*/ 762000 w 866775"/>
                <a:gd name="csY6" fmla="*/ 588550 h 693324"/>
                <a:gd name="csX7" fmla="*/ 866775 w 866775"/>
                <a:gd name="csY7" fmla="*/ 588550 h 693324"/>
                <a:gd name="csX8" fmla="*/ 704850 w 866775"/>
                <a:gd name="csY8" fmla="*/ 638175 h 693324"/>
                <a:gd name="csX9" fmla="*/ 57150 w 866775"/>
                <a:gd name="csY9" fmla="*/ 638175 h 693324"/>
                <a:gd name="csX10" fmla="*/ 57150 w 866775"/>
                <a:gd name="csY10" fmla="*/ 159925 h 693324"/>
                <a:gd name="csX11" fmla="*/ 704850 w 866775"/>
                <a:gd name="csY11" fmla="*/ 159925 h 693324"/>
                <a:gd name="csX12" fmla="*/ 809625 w 866775"/>
                <a:gd name="csY12" fmla="*/ 533400 h 693324"/>
                <a:gd name="csX13" fmla="*/ 762000 w 866775"/>
                <a:gd name="csY13" fmla="*/ 533400 h 693324"/>
                <a:gd name="csX14" fmla="*/ 762000 w 866775"/>
                <a:gd name="csY14" fmla="*/ 104775 h 693324"/>
                <a:gd name="csX15" fmla="*/ 161925 w 866775"/>
                <a:gd name="csY15" fmla="*/ 104775 h 693324"/>
                <a:gd name="csX16" fmla="*/ 161925 w 866775"/>
                <a:gd name="csY16" fmla="*/ 57150 h 693324"/>
                <a:gd name="csX17" fmla="*/ 809625 w 866775"/>
                <a:gd name="csY17" fmla="*/ 57150 h 693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66775" h="693324">
                  <a:moveTo>
                    <a:pt x="866775" y="0"/>
                  </a:moveTo>
                  <a:lnTo>
                    <a:pt x="104775" y="0"/>
                  </a:lnTo>
                  <a:lnTo>
                    <a:pt x="104775" y="104775"/>
                  </a:lnTo>
                  <a:lnTo>
                    <a:pt x="0" y="104775"/>
                  </a:lnTo>
                  <a:lnTo>
                    <a:pt x="0" y="693325"/>
                  </a:lnTo>
                  <a:lnTo>
                    <a:pt x="762000" y="693325"/>
                  </a:lnTo>
                  <a:lnTo>
                    <a:pt x="762000" y="588550"/>
                  </a:lnTo>
                  <a:lnTo>
                    <a:pt x="866775" y="588550"/>
                  </a:lnTo>
                  <a:close/>
                  <a:moveTo>
                    <a:pt x="704850" y="638175"/>
                  </a:moveTo>
                  <a:lnTo>
                    <a:pt x="57150" y="638175"/>
                  </a:lnTo>
                  <a:lnTo>
                    <a:pt x="57150" y="159925"/>
                  </a:lnTo>
                  <a:lnTo>
                    <a:pt x="704850" y="159925"/>
                  </a:lnTo>
                  <a:close/>
                  <a:moveTo>
                    <a:pt x="809625" y="533400"/>
                  </a:moveTo>
                  <a:lnTo>
                    <a:pt x="762000" y="533400"/>
                  </a:lnTo>
                  <a:lnTo>
                    <a:pt x="762000" y="104775"/>
                  </a:lnTo>
                  <a:lnTo>
                    <a:pt x="161925" y="104775"/>
                  </a:lnTo>
                  <a:lnTo>
                    <a:pt x="161925" y="57150"/>
                  </a:lnTo>
                  <a:lnTo>
                    <a:pt x="809625" y="57150"/>
                  </a:lnTo>
                  <a:close/>
                </a:path>
              </a:pathLst>
            </a:custGeom>
            <a:grpFill/>
            <a:ln w="25400" cap="flat">
              <a:gradFill>
                <a:gsLst>
                  <a:gs pos="0">
                    <a:srgbClr val="60FE60"/>
                  </a:gs>
                  <a:gs pos="100000">
                    <a:srgbClr val="74BAF4"/>
                  </a:gs>
                </a:gsLst>
                <a:lin ang="13800000" scaled="0"/>
              </a:gra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9" name="Grafik 2" descr="Folder dengan isian solid">
            <a:extLst>
              <a:ext uri="{FF2B5EF4-FFF2-40B4-BE49-F238E27FC236}">
                <a16:creationId xmlns:a16="http://schemas.microsoft.com/office/drawing/2014/main" id="{59ED4A42-DEA3-EFAF-90BD-C27EF57311C4}"/>
              </a:ext>
            </a:extLst>
          </p:cNvPr>
          <p:cNvSpPr/>
          <p:nvPr/>
        </p:nvSpPr>
        <p:spPr>
          <a:xfrm>
            <a:off x="4368800" y="2447606"/>
            <a:ext cx="915838" cy="693066"/>
          </a:xfrm>
          <a:custGeom>
            <a:avLst/>
            <a:gdLst>
              <a:gd name="csX0" fmla="*/ 666750 w 704850"/>
              <a:gd name="csY0" fmla="*/ 533400 h 533400"/>
              <a:gd name="csX1" fmla="*/ 38100 w 704850"/>
              <a:gd name="csY1" fmla="*/ 533400 h 533400"/>
              <a:gd name="csX2" fmla="*/ 0 w 704850"/>
              <a:gd name="csY2" fmla="*/ 495300 h 533400"/>
              <a:gd name="csX3" fmla="*/ 0 w 704850"/>
              <a:gd name="csY3" fmla="*/ 38100 h 533400"/>
              <a:gd name="csX4" fmla="*/ 38100 w 704850"/>
              <a:gd name="csY4" fmla="*/ 0 h 533400"/>
              <a:gd name="csX5" fmla="*/ 217170 w 704850"/>
              <a:gd name="csY5" fmla="*/ 0 h 533400"/>
              <a:gd name="csX6" fmla="*/ 238125 w 704850"/>
              <a:gd name="csY6" fmla="*/ 6668 h 533400"/>
              <a:gd name="csX7" fmla="*/ 342900 w 704850"/>
              <a:gd name="csY7" fmla="*/ 76200 h 533400"/>
              <a:gd name="csX8" fmla="*/ 666750 w 704850"/>
              <a:gd name="csY8" fmla="*/ 76200 h 533400"/>
              <a:gd name="csX9" fmla="*/ 704850 w 704850"/>
              <a:gd name="csY9" fmla="*/ 114300 h 533400"/>
              <a:gd name="csX10" fmla="*/ 704850 w 704850"/>
              <a:gd name="csY10" fmla="*/ 495300 h 533400"/>
              <a:gd name="csX11" fmla="*/ 666750 w 704850"/>
              <a:gd name="csY11" fmla="*/ 533400 h 53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04850" h="533400">
                <a:moveTo>
                  <a:pt x="666750" y="533400"/>
                </a:moveTo>
                <a:lnTo>
                  <a:pt x="38100" y="533400"/>
                </a:lnTo>
                <a:cubicBezTo>
                  <a:pt x="17145" y="533400"/>
                  <a:pt x="0" y="516255"/>
                  <a:pt x="0" y="495300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  <a:lnTo>
                  <a:pt x="217170" y="0"/>
                </a:lnTo>
                <a:cubicBezTo>
                  <a:pt x="224790" y="0"/>
                  <a:pt x="232410" y="1905"/>
                  <a:pt x="238125" y="6668"/>
                </a:cubicBezTo>
                <a:lnTo>
                  <a:pt x="342900" y="76200"/>
                </a:lnTo>
                <a:lnTo>
                  <a:pt x="666750" y="76200"/>
                </a:lnTo>
                <a:cubicBezTo>
                  <a:pt x="687705" y="76200"/>
                  <a:pt x="704850" y="93345"/>
                  <a:pt x="704850" y="114300"/>
                </a:cubicBezTo>
                <a:lnTo>
                  <a:pt x="704850" y="495300"/>
                </a:lnTo>
                <a:cubicBezTo>
                  <a:pt x="704850" y="516255"/>
                  <a:pt x="687705" y="533400"/>
                  <a:pt x="666750" y="533400"/>
                </a:cubicBezTo>
                <a:close/>
              </a:path>
            </a:pathLst>
          </a:custGeom>
          <a:noFill/>
          <a:ln w="38100" cap="flat">
            <a:gradFill>
              <a:gsLst>
                <a:gs pos="0">
                  <a:srgbClr val="44C873"/>
                </a:gs>
                <a:gs pos="100000">
                  <a:srgbClr val="C9E30B"/>
                </a:gs>
              </a:gsLst>
              <a:lin ang="2700000" scaled="0"/>
            </a:gradFill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8" name="Grafik 5" descr="Daur Ulang dengan isian solid">
            <a:extLst>
              <a:ext uri="{FF2B5EF4-FFF2-40B4-BE49-F238E27FC236}">
                <a16:creationId xmlns:a16="http://schemas.microsoft.com/office/drawing/2014/main" id="{93FECCFA-A581-75C2-2194-3670738B1A62}"/>
              </a:ext>
            </a:extLst>
          </p:cNvPr>
          <p:cNvSpPr/>
          <p:nvPr/>
        </p:nvSpPr>
        <p:spPr>
          <a:xfrm>
            <a:off x="4310307" y="515117"/>
            <a:ext cx="939870" cy="925028"/>
          </a:xfrm>
          <a:custGeom>
            <a:avLst/>
            <a:gdLst>
              <a:gd name="csX0" fmla="*/ 685800 w 723900"/>
              <a:gd name="csY0" fmla="*/ 0 h 647700"/>
              <a:gd name="csX1" fmla="*/ 38100 w 723900"/>
              <a:gd name="csY1" fmla="*/ 0 h 647700"/>
              <a:gd name="csX2" fmla="*/ 0 w 723900"/>
              <a:gd name="csY2" fmla="*/ 38100 h 647700"/>
              <a:gd name="csX3" fmla="*/ 38100 w 723900"/>
              <a:gd name="csY3" fmla="*/ 76200 h 647700"/>
              <a:gd name="csX4" fmla="*/ 52388 w 723900"/>
              <a:gd name="csY4" fmla="*/ 76200 h 647700"/>
              <a:gd name="csX5" fmla="*/ 142875 w 723900"/>
              <a:gd name="csY5" fmla="*/ 617220 h 647700"/>
              <a:gd name="csX6" fmla="*/ 180023 w 723900"/>
              <a:gd name="csY6" fmla="*/ 647700 h 647700"/>
              <a:gd name="csX7" fmla="*/ 541973 w 723900"/>
              <a:gd name="csY7" fmla="*/ 647700 h 647700"/>
              <a:gd name="csX8" fmla="*/ 579120 w 723900"/>
              <a:gd name="csY8" fmla="*/ 617220 h 647700"/>
              <a:gd name="csX9" fmla="*/ 671513 w 723900"/>
              <a:gd name="csY9" fmla="*/ 76200 h 647700"/>
              <a:gd name="csX10" fmla="*/ 685800 w 723900"/>
              <a:gd name="csY10" fmla="*/ 76200 h 647700"/>
              <a:gd name="csX11" fmla="*/ 723900 w 723900"/>
              <a:gd name="csY11" fmla="*/ 38100 h 647700"/>
              <a:gd name="csX12" fmla="*/ 685800 w 723900"/>
              <a:gd name="csY12" fmla="*/ 0 h 647700"/>
              <a:gd name="csX13" fmla="*/ 209550 w 723900"/>
              <a:gd name="csY13" fmla="*/ 428625 h 647700"/>
              <a:gd name="csX14" fmla="*/ 227648 w 723900"/>
              <a:gd name="csY14" fmla="*/ 438150 h 647700"/>
              <a:gd name="csX15" fmla="*/ 284798 w 723900"/>
              <a:gd name="csY15" fmla="*/ 438150 h 647700"/>
              <a:gd name="csX16" fmla="*/ 284798 w 723900"/>
              <a:gd name="csY16" fmla="*/ 476250 h 647700"/>
              <a:gd name="csX17" fmla="*/ 227648 w 723900"/>
              <a:gd name="csY17" fmla="*/ 476250 h 647700"/>
              <a:gd name="csX18" fmla="*/ 176213 w 723900"/>
              <a:gd name="csY18" fmla="*/ 446723 h 647700"/>
              <a:gd name="csX19" fmla="*/ 178118 w 723900"/>
              <a:gd name="csY19" fmla="*/ 389573 h 647700"/>
              <a:gd name="csX20" fmla="*/ 226695 w 723900"/>
              <a:gd name="csY20" fmla="*/ 305753 h 647700"/>
              <a:gd name="csX21" fmla="*/ 194310 w 723900"/>
              <a:gd name="csY21" fmla="*/ 287655 h 647700"/>
              <a:gd name="csX22" fmla="*/ 272415 w 723900"/>
              <a:gd name="csY22" fmla="*/ 266700 h 647700"/>
              <a:gd name="csX23" fmla="*/ 293370 w 723900"/>
              <a:gd name="csY23" fmla="*/ 344805 h 647700"/>
              <a:gd name="csX24" fmla="*/ 259080 w 723900"/>
              <a:gd name="csY24" fmla="*/ 324803 h 647700"/>
              <a:gd name="csX25" fmla="*/ 211455 w 723900"/>
              <a:gd name="csY25" fmla="*/ 409575 h 647700"/>
              <a:gd name="csX26" fmla="*/ 209550 w 723900"/>
              <a:gd name="csY26" fmla="*/ 428625 h 647700"/>
              <a:gd name="csX27" fmla="*/ 285750 w 723900"/>
              <a:gd name="csY27" fmla="*/ 212408 h 647700"/>
              <a:gd name="csX28" fmla="*/ 314325 w 723900"/>
              <a:gd name="csY28" fmla="*/ 162878 h 647700"/>
              <a:gd name="csX29" fmla="*/ 364808 w 723900"/>
              <a:gd name="csY29" fmla="*/ 133350 h 647700"/>
              <a:gd name="csX30" fmla="*/ 413385 w 723900"/>
              <a:gd name="csY30" fmla="*/ 163830 h 647700"/>
              <a:gd name="csX31" fmla="*/ 461963 w 723900"/>
              <a:gd name="csY31" fmla="*/ 247650 h 647700"/>
              <a:gd name="csX32" fmla="*/ 494348 w 723900"/>
              <a:gd name="csY32" fmla="*/ 229552 h 647700"/>
              <a:gd name="csX33" fmla="*/ 473393 w 723900"/>
              <a:gd name="csY33" fmla="*/ 307658 h 647700"/>
              <a:gd name="csX34" fmla="*/ 395288 w 723900"/>
              <a:gd name="csY34" fmla="*/ 286703 h 647700"/>
              <a:gd name="csX35" fmla="*/ 428625 w 723900"/>
              <a:gd name="csY35" fmla="*/ 266700 h 647700"/>
              <a:gd name="csX36" fmla="*/ 380048 w 723900"/>
              <a:gd name="csY36" fmla="*/ 181927 h 647700"/>
              <a:gd name="csX37" fmla="*/ 364808 w 723900"/>
              <a:gd name="csY37" fmla="*/ 170498 h 647700"/>
              <a:gd name="csX38" fmla="*/ 347663 w 723900"/>
              <a:gd name="csY38" fmla="*/ 180975 h 647700"/>
              <a:gd name="csX39" fmla="*/ 319088 w 723900"/>
              <a:gd name="csY39" fmla="*/ 230505 h 647700"/>
              <a:gd name="csX40" fmla="*/ 285750 w 723900"/>
              <a:gd name="csY40" fmla="*/ 212408 h 647700"/>
              <a:gd name="csX41" fmla="*/ 546735 w 723900"/>
              <a:gd name="csY41" fmla="*/ 450533 h 647700"/>
              <a:gd name="csX42" fmla="*/ 498158 w 723900"/>
              <a:gd name="csY42" fmla="*/ 477203 h 647700"/>
              <a:gd name="csX43" fmla="*/ 496253 w 723900"/>
              <a:gd name="csY43" fmla="*/ 477203 h 647700"/>
              <a:gd name="csX44" fmla="*/ 399098 w 723900"/>
              <a:gd name="csY44" fmla="*/ 477203 h 647700"/>
              <a:gd name="csX45" fmla="*/ 399098 w 723900"/>
              <a:gd name="csY45" fmla="*/ 514350 h 647700"/>
              <a:gd name="csX46" fmla="*/ 341948 w 723900"/>
              <a:gd name="csY46" fmla="*/ 457200 h 647700"/>
              <a:gd name="csX47" fmla="*/ 399098 w 723900"/>
              <a:gd name="csY47" fmla="*/ 400050 h 647700"/>
              <a:gd name="csX48" fmla="*/ 399098 w 723900"/>
              <a:gd name="csY48" fmla="*/ 439103 h 647700"/>
              <a:gd name="csX49" fmla="*/ 496253 w 723900"/>
              <a:gd name="csY49" fmla="*/ 439103 h 647700"/>
              <a:gd name="csX50" fmla="*/ 513398 w 723900"/>
              <a:gd name="csY50" fmla="*/ 431483 h 647700"/>
              <a:gd name="csX51" fmla="*/ 512445 w 723900"/>
              <a:gd name="csY51" fmla="*/ 411480 h 647700"/>
              <a:gd name="csX52" fmla="*/ 483870 w 723900"/>
              <a:gd name="csY52" fmla="*/ 361950 h 647700"/>
              <a:gd name="csX53" fmla="*/ 517208 w 723900"/>
              <a:gd name="csY53" fmla="*/ 342900 h 647700"/>
              <a:gd name="csX54" fmla="*/ 545783 w 723900"/>
              <a:gd name="csY54" fmla="*/ 392430 h 647700"/>
              <a:gd name="csX55" fmla="*/ 551498 w 723900"/>
              <a:gd name="csY55" fmla="*/ 405765 h 647700"/>
              <a:gd name="csX56" fmla="*/ 555308 w 723900"/>
              <a:gd name="csY56" fmla="*/ 407670 h 647700"/>
              <a:gd name="csX57" fmla="*/ 552450 w 723900"/>
              <a:gd name="csY57" fmla="*/ 408623 h 647700"/>
              <a:gd name="csX58" fmla="*/ 546735 w 723900"/>
              <a:gd name="csY58" fmla="*/ 45053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723900" h="647700">
                <a:moveTo>
                  <a:pt x="685800" y="0"/>
                </a:moveTo>
                <a:lnTo>
                  <a:pt x="38100" y="0"/>
                </a:lnTo>
                <a:cubicBezTo>
                  <a:pt x="17145" y="0"/>
                  <a:pt x="0" y="17145"/>
                  <a:pt x="0" y="38100"/>
                </a:cubicBezTo>
                <a:cubicBezTo>
                  <a:pt x="0" y="59055"/>
                  <a:pt x="17145" y="76200"/>
                  <a:pt x="38100" y="76200"/>
                </a:cubicBezTo>
                <a:lnTo>
                  <a:pt x="52388" y="76200"/>
                </a:lnTo>
                <a:lnTo>
                  <a:pt x="142875" y="617220"/>
                </a:lnTo>
                <a:cubicBezTo>
                  <a:pt x="146685" y="635318"/>
                  <a:pt x="161925" y="647700"/>
                  <a:pt x="180023" y="647700"/>
                </a:cubicBezTo>
                <a:lnTo>
                  <a:pt x="541973" y="647700"/>
                </a:lnTo>
                <a:cubicBezTo>
                  <a:pt x="560070" y="647700"/>
                  <a:pt x="576263" y="634365"/>
                  <a:pt x="579120" y="617220"/>
                </a:cubicBezTo>
                <a:lnTo>
                  <a:pt x="671513" y="76200"/>
                </a:lnTo>
                <a:lnTo>
                  <a:pt x="685800" y="76200"/>
                </a:lnTo>
                <a:cubicBezTo>
                  <a:pt x="706755" y="76200"/>
                  <a:pt x="723900" y="59055"/>
                  <a:pt x="723900" y="38100"/>
                </a:cubicBezTo>
                <a:cubicBezTo>
                  <a:pt x="723900" y="17145"/>
                  <a:pt x="706755" y="0"/>
                  <a:pt x="685800" y="0"/>
                </a:cubicBezTo>
                <a:close/>
                <a:moveTo>
                  <a:pt x="209550" y="428625"/>
                </a:moveTo>
                <a:cubicBezTo>
                  <a:pt x="213360" y="434340"/>
                  <a:pt x="220027" y="438150"/>
                  <a:pt x="227648" y="438150"/>
                </a:cubicBezTo>
                <a:lnTo>
                  <a:pt x="284798" y="438150"/>
                </a:lnTo>
                <a:lnTo>
                  <a:pt x="284798" y="476250"/>
                </a:lnTo>
                <a:lnTo>
                  <a:pt x="227648" y="476250"/>
                </a:lnTo>
                <a:cubicBezTo>
                  <a:pt x="206693" y="476250"/>
                  <a:pt x="186690" y="464820"/>
                  <a:pt x="176213" y="446723"/>
                </a:cubicBezTo>
                <a:cubicBezTo>
                  <a:pt x="166688" y="428625"/>
                  <a:pt x="166688" y="408623"/>
                  <a:pt x="178118" y="389573"/>
                </a:cubicBezTo>
                <a:lnTo>
                  <a:pt x="226695" y="305753"/>
                </a:lnTo>
                <a:lnTo>
                  <a:pt x="194310" y="287655"/>
                </a:lnTo>
                <a:lnTo>
                  <a:pt x="272415" y="266700"/>
                </a:lnTo>
                <a:lnTo>
                  <a:pt x="293370" y="344805"/>
                </a:lnTo>
                <a:lnTo>
                  <a:pt x="259080" y="324803"/>
                </a:lnTo>
                <a:lnTo>
                  <a:pt x="211455" y="409575"/>
                </a:lnTo>
                <a:cubicBezTo>
                  <a:pt x="206693" y="416243"/>
                  <a:pt x="205740" y="422910"/>
                  <a:pt x="209550" y="428625"/>
                </a:cubicBezTo>
                <a:close/>
                <a:moveTo>
                  <a:pt x="285750" y="212408"/>
                </a:moveTo>
                <a:lnTo>
                  <a:pt x="314325" y="162878"/>
                </a:lnTo>
                <a:cubicBezTo>
                  <a:pt x="324803" y="144780"/>
                  <a:pt x="343853" y="132398"/>
                  <a:pt x="364808" y="133350"/>
                </a:cubicBezTo>
                <a:cubicBezTo>
                  <a:pt x="384810" y="133350"/>
                  <a:pt x="402908" y="144780"/>
                  <a:pt x="413385" y="163830"/>
                </a:cubicBezTo>
                <a:lnTo>
                  <a:pt x="461963" y="247650"/>
                </a:lnTo>
                <a:lnTo>
                  <a:pt x="494348" y="229552"/>
                </a:lnTo>
                <a:lnTo>
                  <a:pt x="473393" y="307658"/>
                </a:lnTo>
                <a:lnTo>
                  <a:pt x="395288" y="286703"/>
                </a:lnTo>
                <a:lnTo>
                  <a:pt x="428625" y="266700"/>
                </a:lnTo>
                <a:lnTo>
                  <a:pt x="380048" y="181927"/>
                </a:lnTo>
                <a:cubicBezTo>
                  <a:pt x="376238" y="174308"/>
                  <a:pt x="370523" y="171450"/>
                  <a:pt x="364808" y="170498"/>
                </a:cubicBezTo>
                <a:cubicBezTo>
                  <a:pt x="358140" y="170498"/>
                  <a:pt x="351473" y="174308"/>
                  <a:pt x="347663" y="180975"/>
                </a:cubicBezTo>
                <a:lnTo>
                  <a:pt x="319088" y="230505"/>
                </a:lnTo>
                <a:lnTo>
                  <a:pt x="285750" y="212408"/>
                </a:lnTo>
                <a:close/>
                <a:moveTo>
                  <a:pt x="546735" y="450533"/>
                </a:moveTo>
                <a:cubicBezTo>
                  <a:pt x="536258" y="467678"/>
                  <a:pt x="519113" y="477203"/>
                  <a:pt x="498158" y="477203"/>
                </a:cubicBezTo>
                <a:cubicBezTo>
                  <a:pt x="497205" y="477203"/>
                  <a:pt x="497205" y="477203"/>
                  <a:pt x="496253" y="477203"/>
                </a:cubicBezTo>
                <a:lnTo>
                  <a:pt x="399098" y="477203"/>
                </a:lnTo>
                <a:lnTo>
                  <a:pt x="399098" y="514350"/>
                </a:lnTo>
                <a:lnTo>
                  <a:pt x="341948" y="457200"/>
                </a:lnTo>
                <a:lnTo>
                  <a:pt x="399098" y="400050"/>
                </a:lnTo>
                <a:lnTo>
                  <a:pt x="399098" y="439103"/>
                </a:lnTo>
                <a:lnTo>
                  <a:pt x="496253" y="439103"/>
                </a:lnTo>
                <a:cubicBezTo>
                  <a:pt x="504825" y="439103"/>
                  <a:pt x="510540" y="436245"/>
                  <a:pt x="513398" y="431483"/>
                </a:cubicBezTo>
                <a:cubicBezTo>
                  <a:pt x="517208" y="425768"/>
                  <a:pt x="516255" y="418148"/>
                  <a:pt x="512445" y="411480"/>
                </a:cubicBezTo>
                <a:lnTo>
                  <a:pt x="483870" y="361950"/>
                </a:lnTo>
                <a:lnTo>
                  <a:pt x="517208" y="342900"/>
                </a:lnTo>
                <a:lnTo>
                  <a:pt x="545783" y="392430"/>
                </a:lnTo>
                <a:cubicBezTo>
                  <a:pt x="548640" y="397193"/>
                  <a:pt x="550545" y="401003"/>
                  <a:pt x="551498" y="405765"/>
                </a:cubicBezTo>
                <a:lnTo>
                  <a:pt x="555308" y="407670"/>
                </a:lnTo>
                <a:lnTo>
                  <a:pt x="552450" y="408623"/>
                </a:lnTo>
                <a:cubicBezTo>
                  <a:pt x="556260" y="422910"/>
                  <a:pt x="554355" y="438150"/>
                  <a:pt x="546735" y="450533"/>
                </a:cubicBezTo>
                <a:close/>
              </a:path>
            </a:pathLst>
          </a:custGeom>
          <a:noFill/>
          <a:ln w="38100" cap="flat">
            <a:gradFill>
              <a:gsLst>
                <a:gs pos="0">
                  <a:srgbClr val="85FF5F"/>
                </a:gs>
                <a:gs pos="100000">
                  <a:srgbClr val="56B8E4"/>
                </a:gs>
              </a:gsLst>
              <a:lin ang="8400000" scaled="0"/>
            </a:gradFill>
            <a:prstDash val="solid"/>
            <a:miter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312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rsegi Panjang 2">
            <a:extLst>
              <a:ext uri="{FF2B5EF4-FFF2-40B4-BE49-F238E27FC236}">
                <a16:creationId xmlns:a16="http://schemas.microsoft.com/office/drawing/2014/main" id="{407D9061-0FF1-1B96-E789-B580B2D73F6B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4" name="Grafik 4" descr="Database dengan isian solid">
            <a:extLst>
              <a:ext uri="{FF2B5EF4-FFF2-40B4-BE49-F238E27FC236}">
                <a16:creationId xmlns:a16="http://schemas.microsoft.com/office/drawing/2014/main" id="{4BDE1B2C-4CF8-361E-E8DD-6A844704E826}"/>
              </a:ext>
            </a:extLst>
          </p:cNvPr>
          <p:cNvGrpSpPr/>
          <p:nvPr/>
        </p:nvGrpSpPr>
        <p:grpSpPr>
          <a:xfrm>
            <a:off x="1369364" y="275082"/>
            <a:ext cx="533400" cy="723900"/>
            <a:chOff x="1369364" y="275082"/>
            <a:chExt cx="533400" cy="723900"/>
          </a:xfrm>
          <a:gradFill>
            <a:gsLst>
              <a:gs pos="0">
                <a:srgbClr val="EF6DE3"/>
              </a:gs>
              <a:gs pos="100000">
                <a:srgbClr val="B674EC"/>
              </a:gs>
            </a:gsLst>
            <a:lin ang="12000000" scaled="0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2640573-765A-7452-793D-BBA06B7278CC}"/>
                </a:ext>
              </a:extLst>
            </p:cNvPr>
            <p:cNvSpPr/>
            <p:nvPr/>
          </p:nvSpPr>
          <p:spPr>
            <a:xfrm>
              <a:off x="1369364" y="275082"/>
              <a:ext cx="533400" cy="15240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Bentuk Bebas: Bentuk 15">
              <a:extLst>
                <a:ext uri="{FF2B5EF4-FFF2-40B4-BE49-F238E27FC236}">
                  <a16:creationId xmlns:a16="http://schemas.microsoft.com/office/drawing/2014/main" id="{D3275655-3E56-84F1-23F9-96446EAAA2AE}"/>
                </a:ext>
              </a:extLst>
            </p:cNvPr>
            <p:cNvSpPr/>
            <p:nvPr/>
          </p:nvSpPr>
          <p:spPr>
            <a:xfrm>
              <a:off x="1369364" y="389382"/>
              <a:ext cx="533400" cy="228600"/>
            </a:xfrm>
            <a:custGeom>
              <a:avLst/>
              <a:gdLst>
                <a:gd name="csX0" fmla="*/ 457200 w 533400"/>
                <a:gd name="csY0" fmla="*/ 152400 h 228600"/>
                <a:gd name="csX1" fmla="*/ 438150 w 533400"/>
                <a:gd name="csY1" fmla="*/ 133350 h 228600"/>
                <a:gd name="csX2" fmla="*/ 457200 w 533400"/>
                <a:gd name="csY2" fmla="*/ 114300 h 228600"/>
                <a:gd name="csX3" fmla="*/ 476250 w 533400"/>
                <a:gd name="csY3" fmla="*/ 133350 h 228600"/>
                <a:gd name="csX4" fmla="*/ 457200 w 533400"/>
                <a:gd name="csY4" fmla="*/ 152400 h 228600"/>
                <a:gd name="csX5" fmla="*/ 266700 w 533400"/>
                <a:gd name="csY5" fmla="*/ 76200 h 228600"/>
                <a:gd name="csX6" fmla="*/ 0 w 533400"/>
                <a:gd name="csY6" fmla="*/ 0 h 228600"/>
                <a:gd name="csX7" fmla="*/ 0 w 533400"/>
                <a:gd name="csY7" fmla="*/ 152400 h 228600"/>
                <a:gd name="csX8" fmla="*/ 266700 w 533400"/>
                <a:gd name="csY8" fmla="*/ 228600 h 228600"/>
                <a:gd name="csX9" fmla="*/ 533400 w 533400"/>
                <a:gd name="csY9" fmla="*/ 152400 h 228600"/>
                <a:gd name="csX10" fmla="*/ 533400 w 533400"/>
                <a:gd name="csY10" fmla="*/ 0 h 228600"/>
                <a:gd name="csX11" fmla="*/ 266700 w 533400"/>
                <a:gd name="csY11" fmla="*/ 7620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Bentuk Bebas: Bentuk 16">
              <a:extLst>
                <a:ext uri="{FF2B5EF4-FFF2-40B4-BE49-F238E27FC236}">
                  <a16:creationId xmlns:a16="http://schemas.microsoft.com/office/drawing/2014/main" id="{72D58C59-153E-6958-A114-6F0B378E89C5}"/>
                </a:ext>
              </a:extLst>
            </p:cNvPr>
            <p:cNvSpPr/>
            <p:nvPr/>
          </p:nvSpPr>
          <p:spPr>
            <a:xfrm>
              <a:off x="1369364" y="579882"/>
              <a:ext cx="533400" cy="228600"/>
            </a:xfrm>
            <a:custGeom>
              <a:avLst/>
              <a:gdLst>
                <a:gd name="csX0" fmla="*/ 457200 w 533400"/>
                <a:gd name="csY0" fmla="*/ 152400 h 228600"/>
                <a:gd name="csX1" fmla="*/ 438150 w 533400"/>
                <a:gd name="csY1" fmla="*/ 133350 h 228600"/>
                <a:gd name="csX2" fmla="*/ 457200 w 533400"/>
                <a:gd name="csY2" fmla="*/ 114300 h 228600"/>
                <a:gd name="csX3" fmla="*/ 476250 w 533400"/>
                <a:gd name="csY3" fmla="*/ 133350 h 228600"/>
                <a:gd name="csX4" fmla="*/ 457200 w 533400"/>
                <a:gd name="csY4" fmla="*/ 152400 h 228600"/>
                <a:gd name="csX5" fmla="*/ 266700 w 533400"/>
                <a:gd name="csY5" fmla="*/ 76200 h 228600"/>
                <a:gd name="csX6" fmla="*/ 0 w 533400"/>
                <a:gd name="csY6" fmla="*/ 0 h 228600"/>
                <a:gd name="csX7" fmla="*/ 0 w 533400"/>
                <a:gd name="csY7" fmla="*/ 152400 h 228600"/>
                <a:gd name="csX8" fmla="*/ 266700 w 533400"/>
                <a:gd name="csY8" fmla="*/ 228600 h 228600"/>
                <a:gd name="csX9" fmla="*/ 533400 w 533400"/>
                <a:gd name="csY9" fmla="*/ 152400 h 228600"/>
                <a:gd name="csX10" fmla="*/ 533400 w 533400"/>
                <a:gd name="csY10" fmla="*/ 0 h 228600"/>
                <a:gd name="csX11" fmla="*/ 266700 w 533400"/>
                <a:gd name="csY11" fmla="*/ 7620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Bentuk Bebas: Bentuk 17">
              <a:extLst>
                <a:ext uri="{FF2B5EF4-FFF2-40B4-BE49-F238E27FC236}">
                  <a16:creationId xmlns:a16="http://schemas.microsoft.com/office/drawing/2014/main" id="{041FF77B-3643-7EBC-62F7-E464625073ED}"/>
                </a:ext>
              </a:extLst>
            </p:cNvPr>
            <p:cNvSpPr/>
            <p:nvPr/>
          </p:nvSpPr>
          <p:spPr>
            <a:xfrm>
              <a:off x="1369364" y="770382"/>
              <a:ext cx="533400" cy="228600"/>
            </a:xfrm>
            <a:custGeom>
              <a:avLst/>
              <a:gdLst>
                <a:gd name="csX0" fmla="*/ 457200 w 533400"/>
                <a:gd name="csY0" fmla="*/ 152400 h 228600"/>
                <a:gd name="csX1" fmla="*/ 438150 w 533400"/>
                <a:gd name="csY1" fmla="*/ 133350 h 228600"/>
                <a:gd name="csX2" fmla="*/ 457200 w 533400"/>
                <a:gd name="csY2" fmla="*/ 114300 h 228600"/>
                <a:gd name="csX3" fmla="*/ 476250 w 533400"/>
                <a:gd name="csY3" fmla="*/ 133350 h 228600"/>
                <a:gd name="csX4" fmla="*/ 457200 w 533400"/>
                <a:gd name="csY4" fmla="*/ 152400 h 228600"/>
                <a:gd name="csX5" fmla="*/ 266700 w 533400"/>
                <a:gd name="csY5" fmla="*/ 76200 h 228600"/>
                <a:gd name="csX6" fmla="*/ 0 w 533400"/>
                <a:gd name="csY6" fmla="*/ 0 h 228600"/>
                <a:gd name="csX7" fmla="*/ 0 w 533400"/>
                <a:gd name="csY7" fmla="*/ 152400 h 228600"/>
                <a:gd name="csX8" fmla="*/ 266700 w 533400"/>
                <a:gd name="csY8" fmla="*/ 228600 h 228600"/>
                <a:gd name="csX9" fmla="*/ 533400 w 533400"/>
                <a:gd name="csY9" fmla="*/ 152400 h 228600"/>
                <a:gd name="csX10" fmla="*/ 533400 w 533400"/>
                <a:gd name="csY10" fmla="*/ 0 h 228600"/>
                <a:gd name="csX11" fmla="*/ 266700 w 533400"/>
                <a:gd name="csY11" fmla="*/ 7620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4" name="Grup 23">
            <a:extLst>
              <a:ext uri="{FF2B5EF4-FFF2-40B4-BE49-F238E27FC236}">
                <a16:creationId xmlns:a16="http://schemas.microsoft.com/office/drawing/2014/main" id="{59858779-F902-B8E3-C65B-AB5CF9FB6BD1}"/>
              </a:ext>
            </a:extLst>
          </p:cNvPr>
          <p:cNvGrpSpPr/>
          <p:nvPr/>
        </p:nvGrpSpPr>
        <p:grpSpPr>
          <a:xfrm>
            <a:off x="2331008" y="351282"/>
            <a:ext cx="762000" cy="590550"/>
            <a:chOff x="2331008" y="351282"/>
            <a:chExt cx="762000" cy="590550"/>
          </a:xfrm>
          <a:gradFill>
            <a:gsLst>
              <a:gs pos="0">
                <a:srgbClr val="E8E312"/>
              </a:gs>
              <a:gs pos="100000">
                <a:srgbClr val="641FD3"/>
              </a:gs>
            </a:gsLst>
            <a:lin ang="15000000" scaled="0"/>
          </a:gradFill>
        </p:grpSpPr>
        <p:sp>
          <p:nvSpPr>
            <p:cNvPr id="20" name="Bentuk Bebas: Bentuk 19">
              <a:extLst>
                <a:ext uri="{FF2B5EF4-FFF2-40B4-BE49-F238E27FC236}">
                  <a16:creationId xmlns:a16="http://schemas.microsoft.com/office/drawing/2014/main" id="{3F3E329C-C627-693E-6CE6-7D76AE73FC29}"/>
                </a:ext>
              </a:extLst>
            </p:cNvPr>
            <p:cNvSpPr/>
            <p:nvPr/>
          </p:nvSpPr>
          <p:spPr>
            <a:xfrm>
              <a:off x="2807258" y="590740"/>
              <a:ext cx="192517" cy="234808"/>
            </a:xfrm>
            <a:custGeom>
              <a:avLst/>
              <a:gdLst>
                <a:gd name="csX0" fmla="*/ 190500 w 192517"/>
                <a:gd name="csY0" fmla="*/ 213932 h 234808"/>
                <a:gd name="csX1" fmla="*/ 60103 w 192517"/>
                <a:gd name="csY1" fmla="*/ 6096 h 234808"/>
                <a:gd name="csX2" fmla="*/ 49149 w 192517"/>
                <a:gd name="csY2" fmla="*/ 0 h 234808"/>
                <a:gd name="csX3" fmla="*/ 38100 w 192517"/>
                <a:gd name="csY3" fmla="*/ 6096 h 234808"/>
                <a:gd name="csX4" fmla="*/ 0 w 192517"/>
                <a:gd name="csY4" fmla="*/ 67247 h 234808"/>
                <a:gd name="csX5" fmla="*/ 81725 w 192517"/>
                <a:gd name="csY5" fmla="*/ 199454 h 234808"/>
                <a:gd name="csX6" fmla="*/ 85725 w 192517"/>
                <a:gd name="csY6" fmla="*/ 234791 h 234808"/>
                <a:gd name="csX7" fmla="*/ 178117 w 192517"/>
                <a:gd name="csY7" fmla="*/ 234791 h 234808"/>
                <a:gd name="csX8" fmla="*/ 192500 w 192517"/>
                <a:gd name="csY8" fmla="*/ 221776 h 234808"/>
                <a:gd name="csX9" fmla="*/ 190500 w 192517"/>
                <a:gd name="csY9" fmla="*/ 213932 h 23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92517" h="234808">
                  <a:moveTo>
                    <a:pt x="190500" y="213932"/>
                  </a:moveTo>
                  <a:lnTo>
                    <a:pt x="60103" y="6096"/>
                  </a:lnTo>
                  <a:cubicBezTo>
                    <a:pt x="57769" y="2287"/>
                    <a:pt x="53615" y="-25"/>
                    <a:pt x="49149" y="0"/>
                  </a:cubicBezTo>
                  <a:cubicBezTo>
                    <a:pt x="44663" y="-2"/>
                    <a:pt x="40490" y="2300"/>
                    <a:pt x="38100" y="6096"/>
                  </a:cubicBezTo>
                  <a:lnTo>
                    <a:pt x="0" y="67247"/>
                  </a:lnTo>
                  <a:lnTo>
                    <a:pt x="81725" y="199454"/>
                  </a:lnTo>
                  <a:cubicBezTo>
                    <a:pt x="88641" y="209912"/>
                    <a:pt x="90127" y="223051"/>
                    <a:pt x="85725" y="234791"/>
                  </a:cubicBezTo>
                  <a:lnTo>
                    <a:pt x="178117" y="234791"/>
                  </a:lnTo>
                  <a:cubicBezTo>
                    <a:pt x="185683" y="235170"/>
                    <a:pt x="192123" y="229342"/>
                    <a:pt x="192500" y="221776"/>
                  </a:cubicBezTo>
                  <a:cubicBezTo>
                    <a:pt x="192638" y="219020"/>
                    <a:pt x="191941" y="216286"/>
                    <a:pt x="190500" y="2139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Bentuk Bebas: Bentuk 20">
              <a:extLst>
                <a:ext uri="{FF2B5EF4-FFF2-40B4-BE49-F238E27FC236}">
                  <a16:creationId xmlns:a16="http://schemas.microsoft.com/office/drawing/2014/main" id="{15C0F8BF-E68A-A5A9-AE29-D110B6812802}"/>
                </a:ext>
              </a:extLst>
            </p:cNvPr>
            <p:cNvSpPr/>
            <p:nvPr/>
          </p:nvSpPr>
          <p:spPr>
            <a:xfrm>
              <a:off x="2413259" y="463574"/>
              <a:ext cx="445097" cy="362080"/>
            </a:xfrm>
            <a:custGeom>
              <a:avLst/>
              <a:gdLst>
                <a:gd name="csX0" fmla="*/ 442576 w 445097"/>
                <a:gd name="csY0" fmla="*/ 342336 h 362080"/>
                <a:gd name="csX1" fmla="*/ 235407 w 445097"/>
                <a:gd name="csY1" fmla="*/ 5246 h 362080"/>
                <a:gd name="csX2" fmla="*/ 224263 w 445097"/>
                <a:gd name="csY2" fmla="*/ 7 h 362080"/>
                <a:gd name="csX3" fmla="*/ 222549 w 445097"/>
                <a:gd name="csY3" fmla="*/ 7 h 362080"/>
                <a:gd name="csX4" fmla="*/ 220834 w 445097"/>
                <a:gd name="csY4" fmla="*/ 7 h 362080"/>
                <a:gd name="csX5" fmla="*/ 209690 w 445097"/>
                <a:gd name="csY5" fmla="*/ 5246 h 362080"/>
                <a:gd name="csX6" fmla="*/ 2521 w 445097"/>
                <a:gd name="csY6" fmla="*/ 342336 h 362080"/>
                <a:gd name="csX7" fmla="*/ 1473 w 445097"/>
                <a:gd name="csY7" fmla="*/ 356338 h 362080"/>
                <a:gd name="csX8" fmla="*/ 12999 w 445097"/>
                <a:gd name="csY8" fmla="*/ 361957 h 362080"/>
                <a:gd name="csX9" fmla="*/ 432099 w 445097"/>
                <a:gd name="csY9" fmla="*/ 361957 h 362080"/>
                <a:gd name="csX10" fmla="*/ 443624 w 445097"/>
                <a:gd name="csY10" fmla="*/ 356338 h 362080"/>
                <a:gd name="csX11" fmla="*/ 442576 w 445097"/>
                <a:gd name="csY11" fmla="*/ 342336 h 362080"/>
                <a:gd name="csX12" fmla="*/ 257220 w 445097"/>
                <a:gd name="csY12" fmla="*/ 163171 h 362080"/>
                <a:gd name="csX13" fmla="*/ 224263 w 445097"/>
                <a:gd name="csY13" fmla="*/ 192508 h 362080"/>
                <a:gd name="csX14" fmla="*/ 191307 w 445097"/>
                <a:gd name="csY14" fmla="*/ 163171 h 362080"/>
                <a:gd name="csX15" fmla="*/ 136824 w 445097"/>
                <a:gd name="csY15" fmla="*/ 196127 h 362080"/>
                <a:gd name="csX16" fmla="*/ 222549 w 445097"/>
                <a:gd name="csY16" fmla="*/ 57157 h 362080"/>
                <a:gd name="csX17" fmla="*/ 305988 w 445097"/>
                <a:gd name="csY17" fmla="*/ 192508 h 362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5097" h="362080">
                  <a:moveTo>
                    <a:pt x="442576" y="342336"/>
                  </a:moveTo>
                  <a:lnTo>
                    <a:pt x="235407" y="5246"/>
                  </a:lnTo>
                  <a:cubicBezTo>
                    <a:pt x="232749" y="1812"/>
                    <a:pt x="228604" y="-136"/>
                    <a:pt x="224263" y="7"/>
                  </a:cubicBezTo>
                  <a:lnTo>
                    <a:pt x="222549" y="7"/>
                  </a:lnTo>
                  <a:lnTo>
                    <a:pt x="220834" y="7"/>
                  </a:lnTo>
                  <a:cubicBezTo>
                    <a:pt x="216494" y="-136"/>
                    <a:pt x="212348" y="1812"/>
                    <a:pt x="209690" y="5246"/>
                  </a:cubicBezTo>
                  <a:lnTo>
                    <a:pt x="2521" y="342336"/>
                  </a:lnTo>
                  <a:cubicBezTo>
                    <a:pt x="-413" y="346442"/>
                    <a:pt x="-817" y="351841"/>
                    <a:pt x="1473" y="356338"/>
                  </a:cubicBezTo>
                  <a:cubicBezTo>
                    <a:pt x="3784" y="360412"/>
                    <a:pt x="8365" y="362646"/>
                    <a:pt x="12999" y="361957"/>
                  </a:cubicBezTo>
                  <a:lnTo>
                    <a:pt x="432099" y="361957"/>
                  </a:lnTo>
                  <a:cubicBezTo>
                    <a:pt x="436733" y="362646"/>
                    <a:pt x="441313" y="360412"/>
                    <a:pt x="443624" y="356338"/>
                  </a:cubicBezTo>
                  <a:cubicBezTo>
                    <a:pt x="445915" y="351841"/>
                    <a:pt x="445511" y="346442"/>
                    <a:pt x="442576" y="342336"/>
                  </a:cubicBezTo>
                  <a:close/>
                  <a:moveTo>
                    <a:pt x="257220" y="163171"/>
                  </a:moveTo>
                  <a:lnTo>
                    <a:pt x="224263" y="192508"/>
                  </a:lnTo>
                  <a:lnTo>
                    <a:pt x="191307" y="163171"/>
                  </a:lnTo>
                  <a:lnTo>
                    <a:pt x="136824" y="196127"/>
                  </a:lnTo>
                  <a:lnTo>
                    <a:pt x="222549" y="57157"/>
                  </a:lnTo>
                  <a:lnTo>
                    <a:pt x="305988" y="1925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9A958F1-6353-8B89-85C3-F9A160AA627E}"/>
                </a:ext>
              </a:extLst>
            </p:cNvPr>
            <p:cNvSpPr/>
            <p:nvPr/>
          </p:nvSpPr>
          <p:spPr>
            <a:xfrm>
              <a:off x="2483408" y="456057"/>
              <a:ext cx="57150" cy="5715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Bentuk Bebas: Bentuk 22">
              <a:extLst>
                <a:ext uri="{FF2B5EF4-FFF2-40B4-BE49-F238E27FC236}">
                  <a16:creationId xmlns:a16="http://schemas.microsoft.com/office/drawing/2014/main" id="{6AA30236-71E4-0946-0585-13E11005AABB}"/>
                </a:ext>
              </a:extLst>
            </p:cNvPr>
            <p:cNvSpPr/>
            <p:nvPr/>
          </p:nvSpPr>
          <p:spPr>
            <a:xfrm>
              <a:off x="2331008" y="351282"/>
              <a:ext cx="762000" cy="590550"/>
            </a:xfrm>
            <a:custGeom>
              <a:avLst/>
              <a:gdLst>
                <a:gd name="csX0" fmla="*/ 57150 w 762000"/>
                <a:gd name="csY0" fmla="*/ 533400 h 590550"/>
                <a:gd name="csX1" fmla="*/ 57150 w 762000"/>
                <a:gd name="csY1" fmla="*/ 57150 h 590550"/>
                <a:gd name="csX2" fmla="*/ 704850 w 762000"/>
                <a:gd name="csY2" fmla="*/ 57150 h 590550"/>
                <a:gd name="csX3" fmla="*/ 704850 w 762000"/>
                <a:gd name="csY3" fmla="*/ 533400 h 590550"/>
                <a:gd name="csX4" fmla="*/ 762000 w 762000"/>
                <a:gd name="csY4" fmla="*/ 590550 h 590550"/>
                <a:gd name="csX5" fmla="*/ 762000 w 762000"/>
                <a:gd name="csY5" fmla="*/ 0 h 590550"/>
                <a:gd name="csX6" fmla="*/ 0 w 762000"/>
                <a:gd name="csY6" fmla="*/ 0 h 590550"/>
                <a:gd name="csX7" fmla="*/ 0 w 762000"/>
                <a:gd name="csY7" fmla="*/ 5905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62000" h="590550">
                  <a:moveTo>
                    <a:pt x="57150" y="533400"/>
                  </a:moveTo>
                  <a:lnTo>
                    <a:pt x="57150" y="57150"/>
                  </a:lnTo>
                  <a:lnTo>
                    <a:pt x="704850" y="57150"/>
                  </a:lnTo>
                  <a:lnTo>
                    <a:pt x="704850" y="533400"/>
                  </a:lnTo>
                  <a:close/>
                  <a:moveTo>
                    <a:pt x="762000" y="590550"/>
                  </a:moveTo>
                  <a:lnTo>
                    <a:pt x="762000" y="0"/>
                  </a:lnTo>
                  <a:lnTo>
                    <a:pt x="0" y="0"/>
                  </a:lnTo>
                  <a:lnTo>
                    <a:pt x="0" y="5905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2" name="Grafik 10">
            <a:extLst>
              <a:ext uri="{FF2B5EF4-FFF2-40B4-BE49-F238E27FC236}">
                <a16:creationId xmlns:a16="http://schemas.microsoft.com/office/drawing/2014/main" id="{3F262FE0-4C41-55B8-0F62-55C960C73F7D}"/>
              </a:ext>
            </a:extLst>
          </p:cNvPr>
          <p:cNvSpPr/>
          <p:nvPr/>
        </p:nvSpPr>
        <p:spPr>
          <a:xfrm>
            <a:off x="279704" y="268224"/>
            <a:ext cx="737616" cy="737616"/>
          </a:xfrm>
          <a:custGeom>
            <a:avLst/>
            <a:gdLst>
              <a:gd name="csX0" fmla="*/ 764400 w 1528800"/>
              <a:gd name="csY0" fmla="*/ 0 h 1528800"/>
              <a:gd name="csX1" fmla="*/ 0 w 1528800"/>
              <a:gd name="csY1" fmla="*/ 764400 h 1528800"/>
              <a:gd name="csX2" fmla="*/ 764400 w 1528800"/>
              <a:gd name="csY2" fmla="*/ 1528800 h 1528800"/>
              <a:gd name="csX3" fmla="*/ 1528800 w 1528800"/>
              <a:gd name="csY3" fmla="*/ 764400 h 1528800"/>
              <a:gd name="csX4" fmla="*/ 764400 w 1528800"/>
              <a:gd name="csY4" fmla="*/ 0 h 1528800"/>
              <a:gd name="csX5" fmla="*/ 733824 w 1528800"/>
              <a:gd name="csY5" fmla="*/ 1082900 h 1528800"/>
              <a:gd name="csX6" fmla="*/ 382200 w 1528800"/>
              <a:gd name="csY6" fmla="*/ 814723 h 1528800"/>
              <a:gd name="csX7" fmla="*/ 498771 w 1528800"/>
              <a:gd name="csY7" fmla="*/ 663754 h 1528800"/>
              <a:gd name="csX8" fmla="*/ 709618 w 1528800"/>
              <a:gd name="csY8" fmla="*/ 828100 h 1528800"/>
              <a:gd name="csX9" fmla="*/ 996905 w 1528800"/>
              <a:gd name="csY9" fmla="*/ 504504 h 1528800"/>
              <a:gd name="csX10" fmla="*/ 1139593 w 1528800"/>
              <a:gd name="csY10" fmla="*/ 631904 h 152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28800" h="1528800">
                <a:moveTo>
                  <a:pt x="764400" y="0"/>
                </a:moveTo>
                <a:cubicBezTo>
                  <a:pt x="342234" y="0"/>
                  <a:pt x="0" y="342234"/>
                  <a:pt x="0" y="764400"/>
                </a:cubicBezTo>
                <a:cubicBezTo>
                  <a:pt x="0" y="1186567"/>
                  <a:pt x="342234" y="1528800"/>
                  <a:pt x="764400" y="1528800"/>
                </a:cubicBezTo>
                <a:cubicBezTo>
                  <a:pt x="1186567" y="1528800"/>
                  <a:pt x="1528800" y="1186567"/>
                  <a:pt x="1528800" y="764400"/>
                </a:cubicBezTo>
                <a:cubicBezTo>
                  <a:pt x="1528800" y="342234"/>
                  <a:pt x="1186567" y="0"/>
                  <a:pt x="764400" y="0"/>
                </a:cubicBezTo>
                <a:close/>
                <a:moveTo>
                  <a:pt x="733824" y="1082900"/>
                </a:moveTo>
                <a:lnTo>
                  <a:pt x="382200" y="814723"/>
                </a:lnTo>
                <a:lnTo>
                  <a:pt x="498771" y="663754"/>
                </a:lnTo>
                <a:lnTo>
                  <a:pt x="709618" y="828100"/>
                </a:lnTo>
                <a:lnTo>
                  <a:pt x="996905" y="504504"/>
                </a:lnTo>
                <a:lnTo>
                  <a:pt x="1139593" y="631904"/>
                </a:lnTo>
                <a:close/>
              </a:path>
            </a:pathLst>
          </a:custGeom>
          <a:gradFill>
            <a:gsLst>
              <a:gs pos="0">
                <a:srgbClr val="E6EB0F"/>
              </a:gs>
              <a:gs pos="100000">
                <a:srgbClr val="DF8E35"/>
              </a:gs>
            </a:gsLst>
            <a:lin ang="8400000" scaled="0"/>
          </a:gradFill>
          <a:ln w="63500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grpSp>
        <p:nvGrpSpPr>
          <p:cNvPr id="30" name="Grup 29">
            <a:extLst>
              <a:ext uri="{FF2B5EF4-FFF2-40B4-BE49-F238E27FC236}">
                <a16:creationId xmlns:a16="http://schemas.microsoft.com/office/drawing/2014/main" id="{44D9F5D1-C280-AE88-DB8D-F8456761BFF2}"/>
              </a:ext>
            </a:extLst>
          </p:cNvPr>
          <p:cNvGrpSpPr/>
          <p:nvPr/>
        </p:nvGrpSpPr>
        <p:grpSpPr>
          <a:xfrm>
            <a:off x="3406952" y="351282"/>
            <a:ext cx="762000" cy="590550"/>
            <a:chOff x="3406952" y="351282"/>
            <a:chExt cx="762000" cy="590550"/>
          </a:xfrm>
          <a:gradFill>
            <a:gsLst>
              <a:gs pos="0">
                <a:srgbClr val="17A12E"/>
              </a:gs>
              <a:gs pos="100000">
                <a:srgbClr val="18DA38"/>
              </a:gs>
            </a:gsLst>
            <a:lin ang="15000000" scaled="0"/>
          </a:gradFill>
        </p:grpSpPr>
        <p:sp>
          <p:nvSpPr>
            <p:cNvPr id="26" name="Bentuk Bebas: Bentuk 25">
              <a:extLst>
                <a:ext uri="{FF2B5EF4-FFF2-40B4-BE49-F238E27FC236}">
                  <a16:creationId xmlns:a16="http://schemas.microsoft.com/office/drawing/2014/main" id="{1E182200-02EF-E9E6-B287-FC1E63D8FC83}"/>
                </a:ext>
              </a:extLst>
            </p:cNvPr>
            <p:cNvSpPr/>
            <p:nvPr/>
          </p:nvSpPr>
          <p:spPr>
            <a:xfrm>
              <a:off x="3883202" y="590740"/>
              <a:ext cx="192517" cy="234808"/>
            </a:xfrm>
            <a:custGeom>
              <a:avLst/>
              <a:gdLst>
                <a:gd name="csX0" fmla="*/ 190500 w 192517"/>
                <a:gd name="csY0" fmla="*/ 213932 h 234808"/>
                <a:gd name="csX1" fmla="*/ 60103 w 192517"/>
                <a:gd name="csY1" fmla="*/ 6096 h 234808"/>
                <a:gd name="csX2" fmla="*/ 49149 w 192517"/>
                <a:gd name="csY2" fmla="*/ 0 h 234808"/>
                <a:gd name="csX3" fmla="*/ 38100 w 192517"/>
                <a:gd name="csY3" fmla="*/ 6096 h 234808"/>
                <a:gd name="csX4" fmla="*/ 0 w 192517"/>
                <a:gd name="csY4" fmla="*/ 67247 h 234808"/>
                <a:gd name="csX5" fmla="*/ 81725 w 192517"/>
                <a:gd name="csY5" fmla="*/ 199454 h 234808"/>
                <a:gd name="csX6" fmla="*/ 85725 w 192517"/>
                <a:gd name="csY6" fmla="*/ 234791 h 234808"/>
                <a:gd name="csX7" fmla="*/ 178117 w 192517"/>
                <a:gd name="csY7" fmla="*/ 234791 h 234808"/>
                <a:gd name="csX8" fmla="*/ 192500 w 192517"/>
                <a:gd name="csY8" fmla="*/ 221776 h 234808"/>
                <a:gd name="csX9" fmla="*/ 190500 w 192517"/>
                <a:gd name="csY9" fmla="*/ 213932 h 234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92517" h="234808">
                  <a:moveTo>
                    <a:pt x="190500" y="213932"/>
                  </a:moveTo>
                  <a:lnTo>
                    <a:pt x="60103" y="6096"/>
                  </a:lnTo>
                  <a:cubicBezTo>
                    <a:pt x="57769" y="2287"/>
                    <a:pt x="53615" y="-25"/>
                    <a:pt x="49149" y="0"/>
                  </a:cubicBezTo>
                  <a:cubicBezTo>
                    <a:pt x="44663" y="-2"/>
                    <a:pt x="40490" y="2300"/>
                    <a:pt x="38100" y="6096"/>
                  </a:cubicBezTo>
                  <a:lnTo>
                    <a:pt x="0" y="67247"/>
                  </a:lnTo>
                  <a:lnTo>
                    <a:pt x="81725" y="199454"/>
                  </a:lnTo>
                  <a:cubicBezTo>
                    <a:pt x="88641" y="209912"/>
                    <a:pt x="90127" y="223051"/>
                    <a:pt x="85725" y="234791"/>
                  </a:cubicBezTo>
                  <a:lnTo>
                    <a:pt x="178117" y="234791"/>
                  </a:lnTo>
                  <a:cubicBezTo>
                    <a:pt x="185683" y="235170"/>
                    <a:pt x="192123" y="229342"/>
                    <a:pt x="192500" y="221776"/>
                  </a:cubicBezTo>
                  <a:cubicBezTo>
                    <a:pt x="192638" y="219020"/>
                    <a:pt x="191941" y="216286"/>
                    <a:pt x="190500" y="2139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Bentuk Bebas: Bentuk 26">
              <a:extLst>
                <a:ext uri="{FF2B5EF4-FFF2-40B4-BE49-F238E27FC236}">
                  <a16:creationId xmlns:a16="http://schemas.microsoft.com/office/drawing/2014/main" id="{42EDEB3E-C0FF-0523-2365-C73C5FE28B2E}"/>
                </a:ext>
              </a:extLst>
            </p:cNvPr>
            <p:cNvSpPr/>
            <p:nvPr/>
          </p:nvSpPr>
          <p:spPr>
            <a:xfrm>
              <a:off x="3489203" y="463574"/>
              <a:ext cx="445097" cy="362080"/>
            </a:xfrm>
            <a:custGeom>
              <a:avLst/>
              <a:gdLst>
                <a:gd name="csX0" fmla="*/ 442576 w 445097"/>
                <a:gd name="csY0" fmla="*/ 342336 h 362080"/>
                <a:gd name="csX1" fmla="*/ 235407 w 445097"/>
                <a:gd name="csY1" fmla="*/ 5246 h 362080"/>
                <a:gd name="csX2" fmla="*/ 224263 w 445097"/>
                <a:gd name="csY2" fmla="*/ 7 h 362080"/>
                <a:gd name="csX3" fmla="*/ 222549 w 445097"/>
                <a:gd name="csY3" fmla="*/ 7 h 362080"/>
                <a:gd name="csX4" fmla="*/ 220834 w 445097"/>
                <a:gd name="csY4" fmla="*/ 7 h 362080"/>
                <a:gd name="csX5" fmla="*/ 209690 w 445097"/>
                <a:gd name="csY5" fmla="*/ 5246 h 362080"/>
                <a:gd name="csX6" fmla="*/ 2521 w 445097"/>
                <a:gd name="csY6" fmla="*/ 342336 h 362080"/>
                <a:gd name="csX7" fmla="*/ 1473 w 445097"/>
                <a:gd name="csY7" fmla="*/ 356338 h 362080"/>
                <a:gd name="csX8" fmla="*/ 12999 w 445097"/>
                <a:gd name="csY8" fmla="*/ 361957 h 362080"/>
                <a:gd name="csX9" fmla="*/ 432099 w 445097"/>
                <a:gd name="csY9" fmla="*/ 361957 h 362080"/>
                <a:gd name="csX10" fmla="*/ 443624 w 445097"/>
                <a:gd name="csY10" fmla="*/ 356338 h 362080"/>
                <a:gd name="csX11" fmla="*/ 442576 w 445097"/>
                <a:gd name="csY11" fmla="*/ 342336 h 362080"/>
                <a:gd name="csX12" fmla="*/ 257220 w 445097"/>
                <a:gd name="csY12" fmla="*/ 163171 h 362080"/>
                <a:gd name="csX13" fmla="*/ 224263 w 445097"/>
                <a:gd name="csY13" fmla="*/ 192508 h 362080"/>
                <a:gd name="csX14" fmla="*/ 191307 w 445097"/>
                <a:gd name="csY14" fmla="*/ 163171 h 362080"/>
                <a:gd name="csX15" fmla="*/ 136824 w 445097"/>
                <a:gd name="csY15" fmla="*/ 196127 h 362080"/>
                <a:gd name="csX16" fmla="*/ 222549 w 445097"/>
                <a:gd name="csY16" fmla="*/ 57157 h 362080"/>
                <a:gd name="csX17" fmla="*/ 305988 w 445097"/>
                <a:gd name="csY17" fmla="*/ 192508 h 362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5097" h="362080">
                  <a:moveTo>
                    <a:pt x="442576" y="342336"/>
                  </a:moveTo>
                  <a:lnTo>
                    <a:pt x="235407" y="5246"/>
                  </a:lnTo>
                  <a:cubicBezTo>
                    <a:pt x="232749" y="1812"/>
                    <a:pt x="228604" y="-136"/>
                    <a:pt x="224263" y="7"/>
                  </a:cubicBezTo>
                  <a:lnTo>
                    <a:pt x="222549" y="7"/>
                  </a:lnTo>
                  <a:lnTo>
                    <a:pt x="220834" y="7"/>
                  </a:lnTo>
                  <a:cubicBezTo>
                    <a:pt x="216494" y="-136"/>
                    <a:pt x="212348" y="1812"/>
                    <a:pt x="209690" y="5246"/>
                  </a:cubicBezTo>
                  <a:lnTo>
                    <a:pt x="2521" y="342336"/>
                  </a:lnTo>
                  <a:cubicBezTo>
                    <a:pt x="-413" y="346442"/>
                    <a:pt x="-817" y="351841"/>
                    <a:pt x="1473" y="356338"/>
                  </a:cubicBezTo>
                  <a:cubicBezTo>
                    <a:pt x="3784" y="360412"/>
                    <a:pt x="8365" y="362646"/>
                    <a:pt x="12999" y="361957"/>
                  </a:cubicBezTo>
                  <a:lnTo>
                    <a:pt x="432099" y="361957"/>
                  </a:lnTo>
                  <a:cubicBezTo>
                    <a:pt x="436733" y="362646"/>
                    <a:pt x="441313" y="360412"/>
                    <a:pt x="443624" y="356338"/>
                  </a:cubicBezTo>
                  <a:cubicBezTo>
                    <a:pt x="445915" y="351841"/>
                    <a:pt x="445511" y="346442"/>
                    <a:pt x="442576" y="342336"/>
                  </a:cubicBezTo>
                  <a:close/>
                  <a:moveTo>
                    <a:pt x="257220" y="163171"/>
                  </a:moveTo>
                  <a:lnTo>
                    <a:pt x="224263" y="192508"/>
                  </a:lnTo>
                  <a:lnTo>
                    <a:pt x="191307" y="163171"/>
                  </a:lnTo>
                  <a:lnTo>
                    <a:pt x="136824" y="196127"/>
                  </a:lnTo>
                  <a:lnTo>
                    <a:pt x="222549" y="57157"/>
                  </a:lnTo>
                  <a:lnTo>
                    <a:pt x="305988" y="1925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D992CD1-A575-C0E0-2463-8C77A55C4760}"/>
                </a:ext>
              </a:extLst>
            </p:cNvPr>
            <p:cNvSpPr/>
            <p:nvPr/>
          </p:nvSpPr>
          <p:spPr>
            <a:xfrm>
              <a:off x="3559352" y="456057"/>
              <a:ext cx="57150" cy="5715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Bentuk Bebas: Bentuk 28">
              <a:extLst>
                <a:ext uri="{FF2B5EF4-FFF2-40B4-BE49-F238E27FC236}">
                  <a16:creationId xmlns:a16="http://schemas.microsoft.com/office/drawing/2014/main" id="{FDC60B7C-52B4-B845-E856-A705263E6DF5}"/>
                </a:ext>
              </a:extLst>
            </p:cNvPr>
            <p:cNvSpPr/>
            <p:nvPr/>
          </p:nvSpPr>
          <p:spPr>
            <a:xfrm>
              <a:off x="3406952" y="351282"/>
              <a:ext cx="762000" cy="590550"/>
            </a:xfrm>
            <a:custGeom>
              <a:avLst/>
              <a:gdLst>
                <a:gd name="csX0" fmla="*/ 57150 w 762000"/>
                <a:gd name="csY0" fmla="*/ 533400 h 590550"/>
                <a:gd name="csX1" fmla="*/ 57150 w 762000"/>
                <a:gd name="csY1" fmla="*/ 57150 h 590550"/>
                <a:gd name="csX2" fmla="*/ 704850 w 762000"/>
                <a:gd name="csY2" fmla="*/ 57150 h 590550"/>
                <a:gd name="csX3" fmla="*/ 704850 w 762000"/>
                <a:gd name="csY3" fmla="*/ 533400 h 590550"/>
                <a:gd name="csX4" fmla="*/ 762000 w 762000"/>
                <a:gd name="csY4" fmla="*/ 590550 h 590550"/>
                <a:gd name="csX5" fmla="*/ 762000 w 762000"/>
                <a:gd name="csY5" fmla="*/ 0 h 590550"/>
                <a:gd name="csX6" fmla="*/ 0 w 762000"/>
                <a:gd name="csY6" fmla="*/ 0 h 590550"/>
                <a:gd name="csX7" fmla="*/ 0 w 762000"/>
                <a:gd name="csY7" fmla="*/ 5905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62000" h="590550">
                  <a:moveTo>
                    <a:pt x="57150" y="533400"/>
                  </a:moveTo>
                  <a:lnTo>
                    <a:pt x="57150" y="57150"/>
                  </a:lnTo>
                  <a:lnTo>
                    <a:pt x="704850" y="57150"/>
                  </a:lnTo>
                  <a:lnTo>
                    <a:pt x="704850" y="533400"/>
                  </a:lnTo>
                  <a:close/>
                  <a:moveTo>
                    <a:pt x="762000" y="590550"/>
                  </a:moveTo>
                  <a:lnTo>
                    <a:pt x="762000" y="0"/>
                  </a:lnTo>
                  <a:lnTo>
                    <a:pt x="0" y="0"/>
                  </a:lnTo>
                  <a:lnTo>
                    <a:pt x="0" y="5905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35" name="Grafik 31">
            <a:extLst>
              <a:ext uri="{FF2B5EF4-FFF2-40B4-BE49-F238E27FC236}">
                <a16:creationId xmlns:a16="http://schemas.microsoft.com/office/drawing/2014/main" id="{D94BE832-330A-4C51-D1A4-56F0708BAC2A}"/>
              </a:ext>
            </a:extLst>
          </p:cNvPr>
          <p:cNvGrpSpPr/>
          <p:nvPr/>
        </p:nvGrpSpPr>
        <p:grpSpPr>
          <a:xfrm>
            <a:off x="279704" y="1162341"/>
            <a:ext cx="738554" cy="738552"/>
            <a:chOff x="279704" y="1162341"/>
            <a:chExt cx="738554" cy="738552"/>
          </a:xfrm>
          <a:gradFill>
            <a:gsLst>
              <a:gs pos="0">
                <a:srgbClr val="DE1C82"/>
              </a:gs>
              <a:gs pos="100000">
                <a:srgbClr val="FC1818"/>
              </a:gs>
            </a:gsLst>
            <a:lin ang="8400000" scaled="0"/>
          </a:gradFill>
        </p:grpSpPr>
        <p:sp>
          <p:nvSpPr>
            <p:cNvPr id="36" name="Bentuk Bebas: Bentuk 35">
              <a:extLst>
                <a:ext uri="{FF2B5EF4-FFF2-40B4-BE49-F238E27FC236}">
                  <a16:creationId xmlns:a16="http://schemas.microsoft.com/office/drawing/2014/main" id="{0903D6AE-320C-8872-E6D4-C46A1092D687}"/>
                </a:ext>
              </a:extLst>
            </p:cNvPr>
            <p:cNvSpPr/>
            <p:nvPr/>
          </p:nvSpPr>
          <p:spPr>
            <a:xfrm>
              <a:off x="279704" y="1162341"/>
              <a:ext cx="738554" cy="738552"/>
            </a:xfrm>
            <a:custGeom>
              <a:avLst/>
              <a:gdLst>
                <a:gd name="csX0" fmla="*/ 369276 w 738554"/>
                <a:gd name="csY0" fmla="*/ -3 h 738552"/>
                <a:gd name="csX1" fmla="*/ -1 w 738554"/>
                <a:gd name="csY1" fmla="*/ 369274 h 738552"/>
                <a:gd name="csX2" fmla="*/ 369276 w 738554"/>
                <a:gd name="csY2" fmla="*/ 738550 h 738552"/>
                <a:gd name="csX3" fmla="*/ 738554 w 738554"/>
                <a:gd name="csY3" fmla="*/ 369274 h 738552"/>
                <a:gd name="csX4" fmla="*/ 369276 w 738554"/>
                <a:gd name="csY4" fmla="*/ -3 h 738552"/>
                <a:gd name="csX5" fmla="*/ 369276 w 738554"/>
                <a:gd name="csY5" fmla="*/ 98441 h 738552"/>
                <a:gd name="csX6" fmla="*/ 640048 w 738554"/>
                <a:gd name="csY6" fmla="*/ 369274 h 738552"/>
                <a:gd name="csX7" fmla="*/ 369276 w 738554"/>
                <a:gd name="csY7" fmla="*/ 640106 h 738552"/>
                <a:gd name="csX8" fmla="*/ 98502 w 738554"/>
                <a:gd name="csY8" fmla="*/ 369274 h 738552"/>
                <a:gd name="csX9" fmla="*/ 369276 w 738554"/>
                <a:gd name="csY9" fmla="*/ 98441 h 738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8554" h="738552">
                  <a:moveTo>
                    <a:pt x="369276" y="-3"/>
                  </a:moveTo>
                  <a:cubicBezTo>
                    <a:pt x="165895" y="-3"/>
                    <a:pt x="-1" y="165929"/>
                    <a:pt x="-1" y="369274"/>
                  </a:cubicBezTo>
                  <a:cubicBezTo>
                    <a:pt x="-1" y="572618"/>
                    <a:pt x="165895" y="738550"/>
                    <a:pt x="369276" y="738550"/>
                  </a:cubicBezTo>
                  <a:cubicBezTo>
                    <a:pt x="572658" y="738550"/>
                    <a:pt x="738554" y="572618"/>
                    <a:pt x="738554" y="369274"/>
                  </a:cubicBezTo>
                  <a:cubicBezTo>
                    <a:pt x="738554" y="165929"/>
                    <a:pt x="572658" y="-3"/>
                    <a:pt x="369276" y="-3"/>
                  </a:cubicBezTo>
                  <a:close/>
                  <a:moveTo>
                    <a:pt x="369276" y="98441"/>
                  </a:moveTo>
                  <a:cubicBezTo>
                    <a:pt x="519385" y="98441"/>
                    <a:pt x="640048" y="219095"/>
                    <a:pt x="640048" y="369274"/>
                  </a:cubicBezTo>
                  <a:cubicBezTo>
                    <a:pt x="640048" y="519452"/>
                    <a:pt x="519385" y="640106"/>
                    <a:pt x="369276" y="640106"/>
                  </a:cubicBezTo>
                  <a:cubicBezTo>
                    <a:pt x="219168" y="640106"/>
                    <a:pt x="98502" y="519452"/>
                    <a:pt x="98502" y="369274"/>
                  </a:cubicBezTo>
                  <a:cubicBezTo>
                    <a:pt x="98502" y="219095"/>
                    <a:pt x="219168" y="98441"/>
                    <a:pt x="369276" y="98441"/>
                  </a:cubicBezTo>
                  <a:close/>
                </a:path>
              </a:pathLst>
            </a:custGeom>
            <a:grpFill/>
            <a:ln w="1223" cap="rnd">
              <a:noFill/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Bentuk Bebas: Bentuk 36">
              <a:extLst>
                <a:ext uri="{FF2B5EF4-FFF2-40B4-BE49-F238E27FC236}">
                  <a16:creationId xmlns:a16="http://schemas.microsoft.com/office/drawing/2014/main" id="{204730A2-8C54-6838-164D-AD4240115160}"/>
                </a:ext>
              </a:extLst>
            </p:cNvPr>
            <p:cNvSpPr/>
            <p:nvPr/>
          </p:nvSpPr>
          <p:spPr>
            <a:xfrm>
              <a:off x="464341" y="1347006"/>
              <a:ext cx="369279" cy="369224"/>
            </a:xfrm>
            <a:custGeom>
              <a:avLst/>
              <a:gdLst>
                <a:gd name="csX0" fmla="*/ 320011 w 369279"/>
                <a:gd name="csY0" fmla="*/ -3 h 369224"/>
                <a:gd name="csX1" fmla="*/ 285189 w 369279"/>
                <a:gd name="csY1" fmla="*/ 14424 h 369224"/>
                <a:gd name="csX2" fmla="*/ 14414 w 369279"/>
                <a:gd name="csY2" fmla="*/ 285204 h 369224"/>
                <a:gd name="csX3" fmla="*/ 14435 w 369279"/>
                <a:gd name="csY3" fmla="*/ 354815 h 369224"/>
                <a:gd name="csX4" fmla="*/ 14437 w 369279"/>
                <a:gd name="csY4" fmla="*/ 354817 h 369224"/>
                <a:gd name="csX5" fmla="*/ 84089 w 369279"/>
                <a:gd name="csY5" fmla="*/ 354794 h 369224"/>
                <a:gd name="csX6" fmla="*/ 354864 w 369279"/>
                <a:gd name="csY6" fmla="*/ 84014 h 369224"/>
                <a:gd name="csX7" fmla="*/ 354843 w 369279"/>
                <a:gd name="csY7" fmla="*/ 14403 h 369224"/>
                <a:gd name="csX8" fmla="*/ 354841 w 369279"/>
                <a:gd name="csY8" fmla="*/ 14401 h 369224"/>
                <a:gd name="csX9" fmla="*/ 320011 w 369279"/>
                <a:gd name="csY9" fmla="*/ -3 h 369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69279" h="369224">
                  <a:moveTo>
                    <a:pt x="320011" y="-3"/>
                  </a:moveTo>
                  <a:cubicBezTo>
                    <a:pt x="306949" y="1"/>
                    <a:pt x="294423" y="5191"/>
                    <a:pt x="285189" y="14424"/>
                  </a:cubicBezTo>
                  <a:lnTo>
                    <a:pt x="14414" y="285204"/>
                  </a:lnTo>
                  <a:cubicBezTo>
                    <a:pt x="-4814" y="304433"/>
                    <a:pt x="-4804" y="335598"/>
                    <a:pt x="14435" y="354815"/>
                  </a:cubicBezTo>
                  <a:cubicBezTo>
                    <a:pt x="14436" y="354816"/>
                    <a:pt x="14437" y="354816"/>
                    <a:pt x="14437" y="354817"/>
                  </a:cubicBezTo>
                  <a:cubicBezTo>
                    <a:pt x="33678" y="374033"/>
                    <a:pt x="64862" y="374022"/>
                    <a:pt x="84089" y="354794"/>
                  </a:cubicBezTo>
                  <a:lnTo>
                    <a:pt x="354864" y="84014"/>
                  </a:lnTo>
                  <a:cubicBezTo>
                    <a:pt x="374092" y="64786"/>
                    <a:pt x="374083" y="33620"/>
                    <a:pt x="354843" y="14403"/>
                  </a:cubicBezTo>
                  <a:cubicBezTo>
                    <a:pt x="354842" y="14403"/>
                    <a:pt x="354841" y="14402"/>
                    <a:pt x="354841" y="14401"/>
                  </a:cubicBezTo>
                  <a:cubicBezTo>
                    <a:pt x="345601" y="5174"/>
                    <a:pt x="333073" y="-7"/>
                    <a:pt x="320011" y="-3"/>
                  </a:cubicBezTo>
                  <a:close/>
                </a:path>
              </a:pathLst>
            </a:custGeom>
            <a:grpFill/>
            <a:ln w="1223" cap="rnd">
              <a:noFill/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8" name="Bentuk Bebas: Bentuk 37">
              <a:extLst>
                <a:ext uri="{FF2B5EF4-FFF2-40B4-BE49-F238E27FC236}">
                  <a16:creationId xmlns:a16="http://schemas.microsoft.com/office/drawing/2014/main" id="{2283A869-A378-9405-67D0-04364878944F}"/>
                </a:ext>
              </a:extLst>
            </p:cNvPr>
            <p:cNvSpPr/>
            <p:nvPr/>
          </p:nvSpPr>
          <p:spPr>
            <a:xfrm>
              <a:off x="464341" y="1347006"/>
              <a:ext cx="369279" cy="369224"/>
            </a:xfrm>
            <a:custGeom>
              <a:avLst/>
              <a:gdLst>
                <a:gd name="csX0" fmla="*/ 49269 w 369279"/>
                <a:gd name="csY0" fmla="*/ -3 h 369224"/>
                <a:gd name="csX1" fmla="*/ 14437 w 369279"/>
                <a:gd name="csY1" fmla="*/ 14401 h 369224"/>
                <a:gd name="csX2" fmla="*/ 14413 w 369279"/>
                <a:gd name="csY2" fmla="*/ 84012 h 369224"/>
                <a:gd name="csX3" fmla="*/ 14414 w 369279"/>
                <a:gd name="csY3" fmla="*/ 84014 h 369224"/>
                <a:gd name="csX4" fmla="*/ 285189 w 369279"/>
                <a:gd name="csY4" fmla="*/ 354794 h 369224"/>
                <a:gd name="csX5" fmla="*/ 354841 w 369279"/>
                <a:gd name="csY5" fmla="*/ 354817 h 369224"/>
                <a:gd name="csX6" fmla="*/ 354865 w 369279"/>
                <a:gd name="csY6" fmla="*/ 285206 h 369224"/>
                <a:gd name="csX7" fmla="*/ 354864 w 369279"/>
                <a:gd name="csY7" fmla="*/ 285204 h 369224"/>
                <a:gd name="csX8" fmla="*/ 84089 w 369279"/>
                <a:gd name="csY8" fmla="*/ 14424 h 369224"/>
                <a:gd name="csX9" fmla="*/ 49269 w 369279"/>
                <a:gd name="csY9" fmla="*/ -3 h 369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69279" h="369224">
                  <a:moveTo>
                    <a:pt x="49269" y="-3"/>
                  </a:moveTo>
                  <a:cubicBezTo>
                    <a:pt x="36207" y="-7"/>
                    <a:pt x="23677" y="5174"/>
                    <a:pt x="14437" y="14401"/>
                  </a:cubicBezTo>
                  <a:cubicBezTo>
                    <a:pt x="-4804" y="33617"/>
                    <a:pt x="-4815" y="64783"/>
                    <a:pt x="14413" y="84012"/>
                  </a:cubicBezTo>
                  <a:cubicBezTo>
                    <a:pt x="14413" y="84013"/>
                    <a:pt x="14414" y="84013"/>
                    <a:pt x="14414" y="84014"/>
                  </a:cubicBezTo>
                  <a:lnTo>
                    <a:pt x="285189" y="354794"/>
                  </a:lnTo>
                  <a:cubicBezTo>
                    <a:pt x="304416" y="374022"/>
                    <a:pt x="335600" y="374033"/>
                    <a:pt x="354841" y="354817"/>
                  </a:cubicBezTo>
                  <a:cubicBezTo>
                    <a:pt x="374082" y="335601"/>
                    <a:pt x="374093" y="304435"/>
                    <a:pt x="354865" y="285206"/>
                  </a:cubicBezTo>
                  <a:cubicBezTo>
                    <a:pt x="354865" y="285206"/>
                    <a:pt x="354864" y="285205"/>
                    <a:pt x="354864" y="285204"/>
                  </a:cubicBezTo>
                  <a:lnTo>
                    <a:pt x="84089" y="14424"/>
                  </a:lnTo>
                  <a:cubicBezTo>
                    <a:pt x="74856" y="5191"/>
                    <a:pt x="62331" y="2"/>
                    <a:pt x="49269" y="-3"/>
                  </a:cubicBezTo>
                  <a:close/>
                </a:path>
              </a:pathLst>
            </a:custGeom>
            <a:grpFill/>
            <a:ln w="1223" cap="rnd">
              <a:noFill/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39" name="Grafik 33">
            <a:extLst>
              <a:ext uri="{FF2B5EF4-FFF2-40B4-BE49-F238E27FC236}">
                <a16:creationId xmlns:a16="http://schemas.microsoft.com/office/drawing/2014/main" id="{5BCAD664-A404-A8DA-8C24-CDD7E2335B37}"/>
              </a:ext>
            </a:extLst>
          </p:cNvPr>
          <p:cNvSpPr/>
          <p:nvPr/>
        </p:nvSpPr>
        <p:spPr>
          <a:xfrm>
            <a:off x="1294451" y="1217669"/>
            <a:ext cx="683226" cy="683226"/>
          </a:xfrm>
          <a:custGeom>
            <a:avLst/>
            <a:gdLst>
              <a:gd name="csX0" fmla="*/ 341613 w 683226"/>
              <a:gd name="csY0" fmla="*/ 0 h 683226"/>
              <a:gd name="csX1" fmla="*/ 683226 w 683226"/>
              <a:gd name="csY1" fmla="*/ 341613 h 683226"/>
              <a:gd name="csX2" fmla="*/ 341613 w 683226"/>
              <a:gd name="csY2" fmla="*/ 683226 h 683226"/>
              <a:gd name="csX3" fmla="*/ 0 w 683226"/>
              <a:gd name="csY3" fmla="*/ 341613 h 683226"/>
              <a:gd name="csX4" fmla="*/ 341613 w 683226"/>
              <a:gd name="csY4" fmla="*/ 0 h 683226"/>
              <a:gd name="csX5" fmla="*/ 338112 w 683226"/>
              <a:gd name="csY5" fmla="*/ 477790 h 683226"/>
              <a:gd name="csX6" fmla="*/ 283600 w 683226"/>
              <a:gd name="csY6" fmla="*/ 532302 h 683226"/>
              <a:gd name="csX7" fmla="*/ 338112 w 683226"/>
              <a:gd name="csY7" fmla="*/ 586815 h 683226"/>
              <a:gd name="csX8" fmla="*/ 392624 w 683226"/>
              <a:gd name="csY8" fmla="*/ 532303 h 683226"/>
              <a:gd name="csX9" fmla="*/ 338112 w 683226"/>
              <a:gd name="csY9" fmla="*/ 477791 h 683226"/>
              <a:gd name="csX10" fmla="*/ 410526 w 683226"/>
              <a:gd name="csY10" fmla="*/ 113871 h 683226"/>
              <a:gd name="csX11" fmla="*/ 265699 w 683226"/>
              <a:gd name="csY11" fmla="*/ 113871 h 683226"/>
              <a:gd name="csX12" fmla="*/ 300970 w 683226"/>
              <a:gd name="csY12" fmla="*/ 433643 h 683226"/>
              <a:gd name="csX13" fmla="*/ 375255 w 683226"/>
              <a:gd name="csY13" fmla="*/ 433643 h 683226"/>
              <a:gd name="csX14" fmla="*/ 410526 w 683226"/>
              <a:gd name="csY14" fmla="*/ 113871 h 6832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83226" h="683226">
                <a:moveTo>
                  <a:pt x="341613" y="0"/>
                </a:moveTo>
                <a:cubicBezTo>
                  <a:pt x="530281" y="0"/>
                  <a:pt x="683226" y="152945"/>
                  <a:pt x="683226" y="341613"/>
                </a:cubicBezTo>
                <a:cubicBezTo>
                  <a:pt x="683226" y="530281"/>
                  <a:pt x="530281" y="683226"/>
                  <a:pt x="341613" y="683226"/>
                </a:cubicBezTo>
                <a:cubicBezTo>
                  <a:pt x="152945" y="683226"/>
                  <a:pt x="0" y="530281"/>
                  <a:pt x="0" y="341613"/>
                </a:cubicBezTo>
                <a:cubicBezTo>
                  <a:pt x="0" y="152945"/>
                  <a:pt x="152945" y="0"/>
                  <a:pt x="341613" y="0"/>
                </a:cubicBezTo>
                <a:close/>
                <a:moveTo>
                  <a:pt x="338112" y="477790"/>
                </a:moveTo>
                <a:cubicBezTo>
                  <a:pt x="308054" y="477790"/>
                  <a:pt x="283600" y="502244"/>
                  <a:pt x="283600" y="532302"/>
                </a:cubicBezTo>
                <a:cubicBezTo>
                  <a:pt x="283600" y="562361"/>
                  <a:pt x="308054" y="586815"/>
                  <a:pt x="338112" y="586815"/>
                </a:cubicBezTo>
                <a:cubicBezTo>
                  <a:pt x="368171" y="586815"/>
                  <a:pt x="392624" y="562361"/>
                  <a:pt x="392624" y="532303"/>
                </a:cubicBezTo>
                <a:cubicBezTo>
                  <a:pt x="392624" y="502244"/>
                  <a:pt x="368171" y="477791"/>
                  <a:pt x="338112" y="477791"/>
                </a:cubicBezTo>
                <a:close/>
                <a:moveTo>
                  <a:pt x="410526" y="113871"/>
                </a:moveTo>
                <a:lnTo>
                  <a:pt x="265699" y="113871"/>
                </a:lnTo>
                <a:lnTo>
                  <a:pt x="300970" y="433643"/>
                </a:lnTo>
                <a:lnTo>
                  <a:pt x="375255" y="433643"/>
                </a:lnTo>
                <a:lnTo>
                  <a:pt x="410526" y="113871"/>
                </a:lnTo>
                <a:close/>
              </a:path>
            </a:pathLst>
          </a:custGeom>
          <a:gradFill>
            <a:gsLst>
              <a:gs pos="0">
                <a:srgbClr val="039AF7"/>
              </a:gs>
              <a:gs pos="100000">
                <a:srgbClr val="302BE9"/>
              </a:gs>
            </a:gsLst>
            <a:lin ang="8400000" scaled="0"/>
          </a:gradFill>
          <a:ln w="352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7" name="Grafik 5" descr="Daur Ulang dengan isian solid">
            <a:extLst>
              <a:ext uri="{FF2B5EF4-FFF2-40B4-BE49-F238E27FC236}">
                <a16:creationId xmlns:a16="http://schemas.microsoft.com/office/drawing/2014/main" id="{89F4254F-3383-636F-5478-F3DDB33C66CD}"/>
              </a:ext>
            </a:extLst>
          </p:cNvPr>
          <p:cNvSpPr/>
          <p:nvPr/>
        </p:nvSpPr>
        <p:spPr>
          <a:xfrm>
            <a:off x="3225977" y="1257499"/>
            <a:ext cx="723900" cy="647700"/>
          </a:xfrm>
          <a:custGeom>
            <a:avLst/>
            <a:gdLst>
              <a:gd name="csX0" fmla="*/ 685800 w 723900"/>
              <a:gd name="csY0" fmla="*/ 0 h 647700"/>
              <a:gd name="csX1" fmla="*/ 38100 w 723900"/>
              <a:gd name="csY1" fmla="*/ 0 h 647700"/>
              <a:gd name="csX2" fmla="*/ 0 w 723900"/>
              <a:gd name="csY2" fmla="*/ 38100 h 647700"/>
              <a:gd name="csX3" fmla="*/ 38100 w 723900"/>
              <a:gd name="csY3" fmla="*/ 76200 h 647700"/>
              <a:gd name="csX4" fmla="*/ 52388 w 723900"/>
              <a:gd name="csY4" fmla="*/ 76200 h 647700"/>
              <a:gd name="csX5" fmla="*/ 142875 w 723900"/>
              <a:gd name="csY5" fmla="*/ 617220 h 647700"/>
              <a:gd name="csX6" fmla="*/ 180023 w 723900"/>
              <a:gd name="csY6" fmla="*/ 647700 h 647700"/>
              <a:gd name="csX7" fmla="*/ 541973 w 723900"/>
              <a:gd name="csY7" fmla="*/ 647700 h 647700"/>
              <a:gd name="csX8" fmla="*/ 579120 w 723900"/>
              <a:gd name="csY8" fmla="*/ 617220 h 647700"/>
              <a:gd name="csX9" fmla="*/ 671513 w 723900"/>
              <a:gd name="csY9" fmla="*/ 76200 h 647700"/>
              <a:gd name="csX10" fmla="*/ 685800 w 723900"/>
              <a:gd name="csY10" fmla="*/ 76200 h 647700"/>
              <a:gd name="csX11" fmla="*/ 723900 w 723900"/>
              <a:gd name="csY11" fmla="*/ 38100 h 647700"/>
              <a:gd name="csX12" fmla="*/ 685800 w 723900"/>
              <a:gd name="csY12" fmla="*/ 0 h 647700"/>
              <a:gd name="csX13" fmla="*/ 209550 w 723900"/>
              <a:gd name="csY13" fmla="*/ 428625 h 647700"/>
              <a:gd name="csX14" fmla="*/ 227648 w 723900"/>
              <a:gd name="csY14" fmla="*/ 438150 h 647700"/>
              <a:gd name="csX15" fmla="*/ 284798 w 723900"/>
              <a:gd name="csY15" fmla="*/ 438150 h 647700"/>
              <a:gd name="csX16" fmla="*/ 284798 w 723900"/>
              <a:gd name="csY16" fmla="*/ 476250 h 647700"/>
              <a:gd name="csX17" fmla="*/ 227648 w 723900"/>
              <a:gd name="csY17" fmla="*/ 476250 h 647700"/>
              <a:gd name="csX18" fmla="*/ 176213 w 723900"/>
              <a:gd name="csY18" fmla="*/ 446723 h 647700"/>
              <a:gd name="csX19" fmla="*/ 178118 w 723900"/>
              <a:gd name="csY19" fmla="*/ 389573 h 647700"/>
              <a:gd name="csX20" fmla="*/ 226695 w 723900"/>
              <a:gd name="csY20" fmla="*/ 305753 h 647700"/>
              <a:gd name="csX21" fmla="*/ 194310 w 723900"/>
              <a:gd name="csY21" fmla="*/ 287655 h 647700"/>
              <a:gd name="csX22" fmla="*/ 272415 w 723900"/>
              <a:gd name="csY22" fmla="*/ 266700 h 647700"/>
              <a:gd name="csX23" fmla="*/ 293370 w 723900"/>
              <a:gd name="csY23" fmla="*/ 344805 h 647700"/>
              <a:gd name="csX24" fmla="*/ 259080 w 723900"/>
              <a:gd name="csY24" fmla="*/ 324803 h 647700"/>
              <a:gd name="csX25" fmla="*/ 211455 w 723900"/>
              <a:gd name="csY25" fmla="*/ 409575 h 647700"/>
              <a:gd name="csX26" fmla="*/ 209550 w 723900"/>
              <a:gd name="csY26" fmla="*/ 428625 h 647700"/>
              <a:gd name="csX27" fmla="*/ 285750 w 723900"/>
              <a:gd name="csY27" fmla="*/ 212408 h 647700"/>
              <a:gd name="csX28" fmla="*/ 314325 w 723900"/>
              <a:gd name="csY28" fmla="*/ 162878 h 647700"/>
              <a:gd name="csX29" fmla="*/ 364808 w 723900"/>
              <a:gd name="csY29" fmla="*/ 133350 h 647700"/>
              <a:gd name="csX30" fmla="*/ 413385 w 723900"/>
              <a:gd name="csY30" fmla="*/ 163830 h 647700"/>
              <a:gd name="csX31" fmla="*/ 461963 w 723900"/>
              <a:gd name="csY31" fmla="*/ 247650 h 647700"/>
              <a:gd name="csX32" fmla="*/ 494348 w 723900"/>
              <a:gd name="csY32" fmla="*/ 229552 h 647700"/>
              <a:gd name="csX33" fmla="*/ 473393 w 723900"/>
              <a:gd name="csY33" fmla="*/ 307658 h 647700"/>
              <a:gd name="csX34" fmla="*/ 395288 w 723900"/>
              <a:gd name="csY34" fmla="*/ 286703 h 647700"/>
              <a:gd name="csX35" fmla="*/ 428625 w 723900"/>
              <a:gd name="csY35" fmla="*/ 266700 h 647700"/>
              <a:gd name="csX36" fmla="*/ 380048 w 723900"/>
              <a:gd name="csY36" fmla="*/ 181927 h 647700"/>
              <a:gd name="csX37" fmla="*/ 364808 w 723900"/>
              <a:gd name="csY37" fmla="*/ 170498 h 647700"/>
              <a:gd name="csX38" fmla="*/ 347663 w 723900"/>
              <a:gd name="csY38" fmla="*/ 180975 h 647700"/>
              <a:gd name="csX39" fmla="*/ 319088 w 723900"/>
              <a:gd name="csY39" fmla="*/ 230505 h 647700"/>
              <a:gd name="csX40" fmla="*/ 285750 w 723900"/>
              <a:gd name="csY40" fmla="*/ 212408 h 647700"/>
              <a:gd name="csX41" fmla="*/ 546735 w 723900"/>
              <a:gd name="csY41" fmla="*/ 450533 h 647700"/>
              <a:gd name="csX42" fmla="*/ 498158 w 723900"/>
              <a:gd name="csY42" fmla="*/ 477203 h 647700"/>
              <a:gd name="csX43" fmla="*/ 496253 w 723900"/>
              <a:gd name="csY43" fmla="*/ 477203 h 647700"/>
              <a:gd name="csX44" fmla="*/ 399098 w 723900"/>
              <a:gd name="csY44" fmla="*/ 477203 h 647700"/>
              <a:gd name="csX45" fmla="*/ 399098 w 723900"/>
              <a:gd name="csY45" fmla="*/ 514350 h 647700"/>
              <a:gd name="csX46" fmla="*/ 341948 w 723900"/>
              <a:gd name="csY46" fmla="*/ 457200 h 647700"/>
              <a:gd name="csX47" fmla="*/ 399098 w 723900"/>
              <a:gd name="csY47" fmla="*/ 400050 h 647700"/>
              <a:gd name="csX48" fmla="*/ 399098 w 723900"/>
              <a:gd name="csY48" fmla="*/ 439103 h 647700"/>
              <a:gd name="csX49" fmla="*/ 496253 w 723900"/>
              <a:gd name="csY49" fmla="*/ 439103 h 647700"/>
              <a:gd name="csX50" fmla="*/ 513398 w 723900"/>
              <a:gd name="csY50" fmla="*/ 431483 h 647700"/>
              <a:gd name="csX51" fmla="*/ 512445 w 723900"/>
              <a:gd name="csY51" fmla="*/ 411480 h 647700"/>
              <a:gd name="csX52" fmla="*/ 483870 w 723900"/>
              <a:gd name="csY52" fmla="*/ 361950 h 647700"/>
              <a:gd name="csX53" fmla="*/ 517208 w 723900"/>
              <a:gd name="csY53" fmla="*/ 342900 h 647700"/>
              <a:gd name="csX54" fmla="*/ 545783 w 723900"/>
              <a:gd name="csY54" fmla="*/ 392430 h 647700"/>
              <a:gd name="csX55" fmla="*/ 551498 w 723900"/>
              <a:gd name="csY55" fmla="*/ 405765 h 647700"/>
              <a:gd name="csX56" fmla="*/ 555308 w 723900"/>
              <a:gd name="csY56" fmla="*/ 407670 h 647700"/>
              <a:gd name="csX57" fmla="*/ 552450 w 723900"/>
              <a:gd name="csY57" fmla="*/ 408623 h 647700"/>
              <a:gd name="csX58" fmla="*/ 546735 w 723900"/>
              <a:gd name="csY58" fmla="*/ 45053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723900" h="647700">
                <a:moveTo>
                  <a:pt x="685800" y="0"/>
                </a:moveTo>
                <a:lnTo>
                  <a:pt x="38100" y="0"/>
                </a:lnTo>
                <a:cubicBezTo>
                  <a:pt x="17145" y="0"/>
                  <a:pt x="0" y="17145"/>
                  <a:pt x="0" y="38100"/>
                </a:cubicBezTo>
                <a:cubicBezTo>
                  <a:pt x="0" y="59055"/>
                  <a:pt x="17145" y="76200"/>
                  <a:pt x="38100" y="76200"/>
                </a:cubicBezTo>
                <a:lnTo>
                  <a:pt x="52388" y="76200"/>
                </a:lnTo>
                <a:lnTo>
                  <a:pt x="142875" y="617220"/>
                </a:lnTo>
                <a:cubicBezTo>
                  <a:pt x="146685" y="635318"/>
                  <a:pt x="161925" y="647700"/>
                  <a:pt x="180023" y="647700"/>
                </a:cubicBezTo>
                <a:lnTo>
                  <a:pt x="541973" y="647700"/>
                </a:lnTo>
                <a:cubicBezTo>
                  <a:pt x="560070" y="647700"/>
                  <a:pt x="576263" y="634365"/>
                  <a:pt x="579120" y="617220"/>
                </a:cubicBezTo>
                <a:lnTo>
                  <a:pt x="671513" y="76200"/>
                </a:lnTo>
                <a:lnTo>
                  <a:pt x="685800" y="76200"/>
                </a:lnTo>
                <a:cubicBezTo>
                  <a:pt x="706755" y="76200"/>
                  <a:pt x="723900" y="59055"/>
                  <a:pt x="723900" y="38100"/>
                </a:cubicBezTo>
                <a:cubicBezTo>
                  <a:pt x="723900" y="17145"/>
                  <a:pt x="706755" y="0"/>
                  <a:pt x="685800" y="0"/>
                </a:cubicBezTo>
                <a:close/>
                <a:moveTo>
                  <a:pt x="209550" y="428625"/>
                </a:moveTo>
                <a:cubicBezTo>
                  <a:pt x="213360" y="434340"/>
                  <a:pt x="220027" y="438150"/>
                  <a:pt x="227648" y="438150"/>
                </a:cubicBezTo>
                <a:lnTo>
                  <a:pt x="284798" y="438150"/>
                </a:lnTo>
                <a:lnTo>
                  <a:pt x="284798" y="476250"/>
                </a:lnTo>
                <a:lnTo>
                  <a:pt x="227648" y="476250"/>
                </a:lnTo>
                <a:cubicBezTo>
                  <a:pt x="206693" y="476250"/>
                  <a:pt x="186690" y="464820"/>
                  <a:pt x="176213" y="446723"/>
                </a:cubicBezTo>
                <a:cubicBezTo>
                  <a:pt x="166688" y="428625"/>
                  <a:pt x="166688" y="408623"/>
                  <a:pt x="178118" y="389573"/>
                </a:cubicBezTo>
                <a:lnTo>
                  <a:pt x="226695" y="305753"/>
                </a:lnTo>
                <a:lnTo>
                  <a:pt x="194310" y="287655"/>
                </a:lnTo>
                <a:lnTo>
                  <a:pt x="272415" y="266700"/>
                </a:lnTo>
                <a:lnTo>
                  <a:pt x="293370" y="344805"/>
                </a:lnTo>
                <a:lnTo>
                  <a:pt x="259080" y="324803"/>
                </a:lnTo>
                <a:lnTo>
                  <a:pt x="211455" y="409575"/>
                </a:lnTo>
                <a:cubicBezTo>
                  <a:pt x="206693" y="416243"/>
                  <a:pt x="205740" y="422910"/>
                  <a:pt x="209550" y="428625"/>
                </a:cubicBezTo>
                <a:close/>
                <a:moveTo>
                  <a:pt x="285750" y="212408"/>
                </a:moveTo>
                <a:lnTo>
                  <a:pt x="314325" y="162878"/>
                </a:lnTo>
                <a:cubicBezTo>
                  <a:pt x="324803" y="144780"/>
                  <a:pt x="343853" y="132398"/>
                  <a:pt x="364808" y="133350"/>
                </a:cubicBezTo>
                <a:cubicBezTo>
                  <a:pt x="384810" y="133350"/>
                  <a:pt x="402908" y="144780"/>
                  <a:pt x="413385" y="163830"/>
                </a:cubicBezTo>
                <a:lnTo>
                  <a:pt x="461963" y="247650"/>
                </a:lnTo>
                <a:lnTo>
                  <a:pt x="494348" y="229552"/>
                </a:lnTo>
                <a:lnTo>
                  <a:pt x="473393" y="307658"/>
                </a:lnTo>
                <a:lnTo>
                  <a:pt x="395288" y="286703"/>
                </a:lnTo>
                <a:lnTo>
                  <a:pt x="428625" y="266700"/>
                </a:lnTo>
                <a:lnTo>
                  <a:pt x="380048" y="181927"/>
                </a:lnTo>
                <a:cubicBezTo>
                  <a:pt x="376238" y="174308"/>
                  <a:pt x="370523" y="171450"/>
                  <a:pt x="364808" y="170498"/>
                </a:cubicBezTo>
                <a:cubicBezTo>
                  <a:pt x="358140" y="170498"/>
                  <a:pt x="351473" y="174308"/>
                  <a:pt x="347663" y="180975"/>
                </a:cubicBezTo>
                <a:lnTo>
                  <a:pt x="319088" y="230505"/>
                </a:lnTo>
                <a:lnTo>
                  <a:pt x="285750" y="212408"/>
                </a:lnTo>
                <a:close/>
                <a:moveTo>
                  <a:pt x="546735" y="450533"/>
                </a:moveTo>
                <a:cubicBezTo>
                  <a:pt x="536258" y="467678"/>
                  <a:pt x="519113" y="477203"/>
                  <a:pt x="498158" y="477203"/>
                </a:cubicBezTo>
                <a:cubicBezTo>
                  <a:pt x="497205" y="477203"/>
                  <a:pt x="497205" y="477203"/>
                  <a:pt x="496253" y="477203"/>
                </a:cubicBezTo>
                <a:lnTo>
                  <a:pt x="399098" y="477203"/>
                </a:lnTo>
                <a:lnTo>
                  <a:pt x="399098" y="514350"/>
                </a:lnTo>
                <a:lnTo>
                  <a:pt x="341948" y="457200"/>
                </a:lnTo>
                <a:lnTo>
                  <a:pt x="399098" y="400050"/>
                </a:lnTo>
                <a:lnTo>
                  <a:pt x="399098" y="439103"/>
                </a:lnTo>
                <a:lnTo>
                  <a:pt x="496253" y="439103"/>
                </a:lnTo>
                <a:cubicBezTo>
                  <a:pt x="504825" y="439103"/>
                  <a:pt x="510540" y="436245"/>
                  <a:pt x="513398" y="431483"/>
                </a:cubicBezTo>
                <a:cubicBezTo>
                  <a:pt x="517208" y="425768"/>
                  <a:pt x="516255" y="418148"/>
                  <a:pt x="512445" y="411480"/>
                </a:cubicBezTo>
                <a:lnTo>
                  <a:pt x="483870" y="361950"/>
                </a:lnTo>
                <a:lnTo>
                  <a:pt x="517208" y="342900"/>
                </a:lnTo>
                <a:lnTo>
                  <a:pt x="545783" y="392430"/>
                </a:lnTo>
                <a:cubicBezTo>
                  <a:pt x="548640" y="397193"/>
                  <a:pt x="550545" y="401003"/>
                  <a:pt x="551498" y="405765"/>
                </a:cubicBezTo>
                <a:lnTo>
                  <a:pt x="555308" y="407670"/>
                </a:lnTo>
                <a:lnTo>
                  <a:pt x="552450" y="408623"/>
                </a:lnTo>
                <a:cubicBezTo>
                  <a:pt x="556260" y="422910"/>
                  <a:pt x="554355" y="438150"/>
                  <a:pt x="546735" y="450533"/>
                </a:cubicBezTo>
                <a:close/>
              </a:path>
            </a:pathLst>
          </a:custGeom>
          <a:gradFill>
            <a:gsLst>
              <a:gs pos="0">
                <a:srgbClr val="FC1818"/>
              </a:gs>
              <a:gs pos="100000">
                <a:srgbClr val="D57E37"/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grpSp>
        <p:nvGrpSpPr>
          <p:cNvPr id="31" name="Grup 30">
            <a:extLst>
              <a:ext uri="{FF2B5EF4-FFF2-40B4-BE49-F238E27FC236}">
                <a16:creationId xmlns:a16="http://schemas.microsoft.com/office/drawing/2014/main" id="{789E7321-678B-68E2-4FF0-898B3CABB94D}"/>
              </a:ext>
            </a:extLst>
          </p:cNvPr>
          <p:cNvGrpSpPr/>
          <p:nvPr/>
        </p:nvGrpSpPr>
        <p:grpSpPr>
          <a:xfrm>
            <a:off x="4119611" y="1183147"/>
            <a:ext cx="990600" cy="796404"/>
            <a:chOff x="1558577" y="2784996"/>
            <a:chExt cx="990600" cy="796404"/>
          </a:xfrm>
          <a:gradFill>
            <a:gsLst>
              <a:gs pos="0">
                <a:srgbClr val="2828EC"/>
              </a:gs>
              <a:gs pos="100000">
                <a:srgbClr val="E62626"/>
              </a:gs>
            </a:gsLst>
            <a:lin ang="2700000" scaled="0"/>
          </a:gradFill>
        </p:grpSpPr>
        <p:sp>
          <p:nvSpPr>
            <p:cNvPr id="8" name="Grafik 3" descr="Panah: Berputar ke kiri dengan isian solid">
              <a:extLst>
                <a:ext uri="{FF2B5EF4-FFF2-40B4-BE49-F238E27FC236}">
                  <a16:creationId xmlns:a16="http://schemas.microsoft.com/office/drawing/2014/main" id="{0C32CDE5-0711-2C3E-E516-919D87252F05}"/>
                </a:ext>
              </a:extLst>
            </p:cNvPr>
            <p:cNvSpPr/>
            <p:nvPr/>
          </p:nvSpPr>
          <p:spPr>
            <a:xfrm>
              <a:off x="1558577" y="2784996"/>
              <a:ext cx="838200" cy="644004"/>
            </a:xfrm>
            <a:custGeom>
              <a:avLst/>
              <a:gdLst>
                <a:gd name="csX0" fmla="*/ 123825 w 838200"/>
                <a:gd name="csY0" fmla="*/ 415404 h 644004"/>
                <a:gd name="csX1" fmla="*/ 171450 w 838200"/>
                <a:gd name="csY1" fmla="*/ 167754 h 644004"/>
                <a:gd name="csX2" fmla="*/ 412433 w 838200"/>
                <a:gd name="csY2" fmla="*/ 2972 h 644004"/>
                <a:gd name="csX3" fmla="*/ 703898 w 838200"/>
                <a:gd name="csY3" fmla="*/ 76314 h 644004"/>
                <a:gd name="csX4" fmla="*/ 838200 w 838200"/>
                <a:gd name="csY4" fmla="*/ 318249 h 644004"/>
                <a:gd name="csX5" fmla="*/ 726758 w 838200"/>
                <a:gd name="csY5" fmla="*/ 144894 h 644004"/>
                <a:gd name="csX6" fmla="*/ 523875 w 838200"/>
                <a:gd name="csY6" fmla="*/ 110604 h 644004"/>
                <a:gd name="csX7" fmla="*/ 367665 w 838200"/>
                <a:gd name="csY7" fmla="*/ 232524 h 644004"/>
                <a:gd name="csX8" fmla="*/ 333375 w 838200"/>
                <a:gd name="csY8" fmla="*/ 415404 h 644004"/>
                <a:gd name="csX9" fmla="*/ 457200 w 838200"/>
                <a:gd name="csY9" fmla="*/ 415404 h 644004"/>
                <a:gd name="csX10" fmla="*/ 228600 w 838200"/>
                <a:gd name="csY10" fmla="*/ 644004 h 644004"/>
                <a:gd name="csX11" fmla="*/ 0 w 838200"/>
                <a:gd name="csY11" fmla="*/ 415404 h 644004"/>
                <a:gd name="csX12" fmla="*/ 123825 w 838200"/>
                <a:gd name="csY12" fmla="*/ 415404 h 6440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838200" h="644004">
                  <a:moveTo>
                    <a:pt x="123825" y="415404"/>
                  </a:moveTo>
                  <a:cubicBezTo>
                    <a:pt x="120968" y="326822"/>
                    <a:pt x="123825" y="245859"/>
                    <a:pt x="171450" y="167754"/>
                  </a:cubicBezTo>
                  <a:cubicBezTo>
                    <a:pt x="224790" y="80124"/>
                    <a:pt x="309563" y="15354"/>
                    <a:pt x="412433" y="2972"/>
                  </a:cubicBezTo>
                  <a:cubicBezTo>
                    <a:pt x="515303" y="-9411"/>
                    <a:pt x="619125" y="17259"/>
                    <a:pt x="703898" y="76314"/>
                  </a:cubicBezTo>
                  <a:cubicBezTo>
                    <a:pt x="776288" y="129654"/>
                    <a:pt x="838200" y="225857"/>
                    <a:pt x="838200" y="318249"/>
                  </a:cubicBezTo>
                  <a:cubicBezTo>
                    <a:pt x="826770" y="247764"/>
                    <a:pt x="786765" y="184899"/>
                    <a:pt x="726758" y="144894"/>
                  </a:cubicBezTo>
                  <a:cubicBezTo>
                    <a:pt x="666750" y="105842"/>
                    <a:pt x="593408" y="92507"/>
                    <a:pt x="523875" y="110604"/>
                  </a:cubicBezTo>
                  <a:cubicBezTo>
                    <a:pt x="458153" y="125844"/>
                    <a:pt x="403860" y="176327"/>
                    <a:pt x="367665" y="232524"/>
                  </a:cubicBezTo>
                  <a:cubicBezTo>
                    <a:pt x="331470" y="288722"/>
                    <a:pt x="333375" y="350634"/>
                    <a:pt x="333375" y="415404"/>
                  </a:cubicBezTo>
                  <a:lnTo>
                    <a:pt x="457200" y="415404"/>
                  </a:lnTo>
                  <a:lnTo>
                    <a:pt x="228600" y="644004"/>
                  </a:lnTo>
                  <a:cubicBezTo>
                    <a:pt x="228600" y="644004"/>
                    <a:pt x="39053" y="454457"/>
                    <a:pt x="0" y="415404"/>
                  </a:cubicBezTo>
                  <a:lnTo>
                    <a:pt x="123825" y="4154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Grafik 3" descr="Panah: Berputar ke kiri dengan isian solid">
              <a:extLst>
                <a:ext uri="{FF2B5EF4-FFF2-40B4-BE49-F238E27FC236}">
                  <a16:creationId xmlns:a16="http://schemas.microsoft.com/office/drawing/2014/main" id="{6F59EEB9-1797-26DB-A59F-88AF3138D0CB}"/>
                </a:ext>
              </a:extLst>
            </p:cNvPr>
            <p:cNvSpPr/>
            <p:nvPr/>
          </p:nvSpPr>
          <p:spPr>
            <a:xfrm rot="10800000">
              <a:off x="1710977" y="2937396"/>
              <a:ext cx="838200" cy="644004"/>
            </a:xfrm>
            <a:custGeom>
              <a:avLst/>
              <a:gdLst>
                <a:gd name="csX0" fmla="*/ 123825 w 838200"/>
                <a:gd name="csY0" fmla="*/ 415404 h 644004"/>
                <a:gd name="csX1" fmla="*/ 171450 w 838200"/>
                <a:gd name="csY1" fmla="*/ 167754 h 644004"/>
                <a:gd name="csX2" fmla="*/ 412433 w 838200"/>
                <a:gd name="csY2" fmla="*/ 2972 h 644004"/>
                <a:gd name="csX3" fmla="*/ 703898 w 838200"/>
                <a:gd name="csY3" fmla="*/ 76314 h 644004"/>
                <a:gd name="csX4" fmla="*/ 838200 w 838200"/>
                <a:gd name="csY4" fmla="*/ 318249 h 644004"/>
                <a:gd name="csX5" fmla="*/ 726758 w 838200"/>
                <a:gd name="csY5" fmla="*/ 144894 h 644004"/>
                <a:gd name="csX6" fmla="*/ 523875 w 838200"/>
                <a:gd name="csY6" fmla="*/ 110604 h 644004"/>
                <a:gd name="csX7" fmla="*/ 367665 w 838200"/>
                <a:gd name="csY7" fmla="*/ 232524 h 644004"/>
                <a:gd name="csX8" fmla="*/ 333375 w 838200"/>
                <a:gd name="csY8" fmla="*/ 415404 h 644004"/>
                <a:gd name="csX9" fmla="*/ 457200 w 838200"/>
                <a:gd name="csY9" fmla="*/ 415404 h 644004"/>
                <a:gd name="csX10" fmla="*/ 228600 w 838200"/>
                <a:gd name="csY10" fmla="*/ 644004 h 644004"/>
                <a:gd name="csX11" fmla="*/ 0 w 838200"/>
                <a:gd name="csY11" fmla="*/ 415404 h 644004"/>
                <a:gd name="csX12" fmla="*/ 123825 w 838200"/>
                <a:gd name="csY12" fmla="*/ 415404 h 6440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838200" h="644004">
                  <a:moveTo>
                    <a:pt x="123825" y="415404"/>
                  </a:moveTo>
                  <a:cubicBezTo>
                    <a:pt x="120968" y="326822"/>
                    <a:pt x="123825" y="245859"/>
                    <a:pt x="171450" y="167754"/>
                  </a:cubicBezTo>
                  <a:cubicBezTo>
                    <a:pt x="224790" y="80124"/>
                    <a:pt x="309563" y="15354"/>
                    <a:pt x="412433" y="2972"/>
                  </a:cubicBezTo>
                  <a:cubicBezTo>
                    <a:pt x="515303" y="-9411"/>
                    <a:pt x="619125" y="17259"/>
                    <a:pt x="703898" y="76314"/>
                  </a:cubicBezTo>
                  <a:cubicBezTo>
                    <a:pt x="776288" y="129654"/>
                    <a:pt x="838200" y="225857"/>
                    <a:pt x="838200" y="318249"/>
                  </a:cubicBezTo>
                  <a:cubicBezTo>
                    <a:pt x="826770" y="247764"/>
                    <a:pt x="786765" y="184899"/>
                    <a:pt x="726758" y="144894"/>
                  </a:cubicBezTo>
                  <a:cubicBezTo>
                    <a:pt x="666750" y="105842"/>
                    <a:pt x="593408" y="92507"/>
                    <a:pt x="523875" y="110604"/>
                  </a:cubicBezTo>
                  <a:cubicBezTo>
                    <a:pt x="458153" y="125844"/>
                    <a:pt x="403860" y="176327"/>
                    <a:pt x="367665" y="232524"/>
                  </a:cubicBezTo>
                  <a:cubicBezTo>
                    <a:pt x="331470" y="288722"/>
                    <a:pt x="333375" y="350634"/>
                    <a:pt x="333375" y="415404"/>
                  </a:cubicBezTo>
                  <a:lnTo>
                    <a:pt x="457200" y="415404"/>
                  </a:lnTo>
                  <a:lnTo>
                    <a:pt x="228600" y="644004"/>
                  </a:lnTo>
                  <a:cubicBezTo>
                    <a:pt x="228600" y="644004"/>
                    <a:pt x="39053" y="454457"/>
                    <a:pt x="0" y="415404"/>
                  </a:cubicBezTo>
                  <a:lnTo>
                    <a:pt x="123825" y="4154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25" name="Grafik 5" descr="Tambahkan dengan isian solid">
            <a:extLst>
              <a:ext uri="{FF2B5EF4-FFF2-40B4-BE49-F238E27FC236}">
                <a16:creationId xmlns:a16="http://schemas.microsoft.com/office/drawing/2014/main" id="{9784B65C-5561-CF1C-18D0-E566E2ACDBE6}"/>
              </a:ext>
            </a:extLst>
          </p:cNvPr>
          <p:cNvSpPr/>
          <p:nvPr/>
        </p:nvSpPr>
        <p:spPr>
          <a:xfrm flipV="1">
            <a:off x="2331008" y="1257499"/>
            <a:ext cx="607884" cy="607884"/>
          </a:xfrm>
          <a:custGeom>
            <a:avLst/>
            <a:gdLst>
              <a:gd name="csX0" fmla="*/ 762000 w 762000"/>
              <a:gd name="csY0" fmla="*/ 323850 h 762000"/>
              <a:gd name="csX1" fmla="*/ 438150 w 762000"/>
              <a:gd name="csY1" fmla="*/ 323850 h 762000"/>
              <a:gd name="csX2" fmla="*/ 438150 w 762000"/>
              <a:gd name="csY2" fmla="*/ 0 h 762000"/>
              <a:gd name="csX3" fmla="*/ 323850 w 762000"/>
              <a:gd name="csY3" fmla="*/ 0 h 762000"/>
              <a:gd name="csX4" fmla="*/ 323850 w 762000"/>
              <a:gd name="csY4" fmla="*/ 323850 h 762000"/>
              <a:gd name="csX5" fmla="*/ 0 w 762000"/>
              <a:gd name="csY5" fmla="*/ 323850 h 762000"/>
              <a:gd name="csX6" fmla="*/ 0 w 762000"/>
              <a:gd name="csY6" fmla="*/ 438150 h 762000"/>
              <a:gd name="csX7" fmla="*/ 323850 w 762000"/>
              <a:gd name="csY7" fmla="*/ 438150 h 762000"/>
              <a:gd name="csX8" fmla="*/ 323850 w 762000"/>
              <a:gd name="csY8" fmla="*/ 762000 h 762000"/>
              <a:gd name="csX9" fmla="*/ 438150 w 762000"/>
              <a:gd name="csY9" fmla="*/ 762000 h 762000"/>
              <a:gd name="csX10" fmla="*/ 438150 w 762000"/>
              <a:gd name="csY10" fmla="*/ 438150 h 762000"/>
              <a:gd name="csX11" fmla="*/ 762000 w 762000"/>
              <a:gd name="csY11" fmla="*/ 438150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62000" h="762000">
                <a:moveTo>
                  <a:pt x="762000" y="323850"/>
                </a:moveTo>
                <a:lnTo>
                  <a:pt x="438150" y="323850"/>
                </a:lnTo>
                <a:lnTo>
                  <a:pt x="438150" y="0"/>
                </a:lnTo>
                <a:lnTo>
                  <a:pt x="323850" y="0"/>
                </a:lnTo>
                <a:lnTo>
                  <a:pt x="323850" y="323850"/>
                </a:lnTo>
                <a:lnTo>
                  <a:pt x="0" y="323850"/>
                </a:lnTo>
                <a:lnTo>
                  <a:pt x="0" y="438150"/>
                </a:lnTo>
                <a:lnTo>
                  <a:pt x="323850" y="438150"/>
                </a:lnTo>
                <a:lnTo>
                  <a:pt x="323850" y="762000"/>
                </a:lnTo>
                <a:lnTo>
                  <a:pt x="438150" y="762000"/>
                </a:lnTo>
                <a:lnTo>
                  <a:pt x="438150" y="438150"/>
                </a:lnTo>
                <a:lnTo>
                  <a:pt x="762000" y="438150"/>
                </a:lnTo>
                <a:close/>
              </a:path>
            </a:pathLst>
          </a:custGeom>
          <a:gradFill>
            <a:gsLst>
              <a:gs pos="100000">
                <a:srgbClr val="12AA48"/>
              </a:gs>
              <a:gs pos="0">
                <a:srgbClr val="47D5A6">
                  <a:lumMod val="94000"/>
                </a:srgbClr>
              </a:gs>
            </a:gsLst>
            <a:lin ang="2700000" scaled="0"/>
          </a:gradFill>
          <a:ln w="44450" cap="flat">
            <a:gradFill flip="none" rotWithShape="1">
              <a:gsLst>
                <a:gs pos="100000">
                  <a:srgbClr val="12AA48"/>
                </a:gs>
                <a:gs pos="0">
                  <a:srgbClr val="47D5A6">
                    <a:lumMod val="94000"/>
                  </a:srgbClr>
                </a:gs>
              </a:gsLst>
              <a:lin ang="2700000" scaled="0"/>
              <a:tileRect/>
            </a:gradFill>
            <a:prstDash val="solid"/>
            <a:miter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0677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Office PowerPoint</Application>
  <PresentationFormat>Layar Lebar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Office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Hatta Akim</dc:creator>
  <cp:lastModifiedBy>Hatta Akim</cp:lastModifiedBy>
  <cp:revision>5</cp:revision>
  <dcterms:created xsi:type="dcterms:W3CDTF">2026-10-13T02:21:38Z</dcterms:created>
  <dcterms:modified xsi:type="dcterms:W3CDTF">2026-10-15T08:32:18Z</dcterms:modified>
</cp:coreProperties>
</file>